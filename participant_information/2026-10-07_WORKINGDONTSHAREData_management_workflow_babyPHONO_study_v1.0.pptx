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</p:sldMasterIdLst>
  <p:sldIdLst>
    <p:sldId id="257" r:id="rId2"/>
  </p:sldIdLst>
  <p:sldSz cx="51206400" cy="5120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443ED59-20C7-4FDF-8DCA-8A14D1AA1C8C}" name="Microsoft Office User" initials="MOU" userId="Microsoft Office Use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47D"/>
    <a:srgbClr val="DF182F"/>
    <a:srgbClr val="164589"/>
    <a:srgbClr val="DF3128"/>
    <a:srgbClr val="FAD226"/>
    <a:srgbClr val="01B8F4"/>
    <a:srgbClr val="377AAB"/>
    <a:srgbClr val="F1739A"/>
    <a:srgbClr val="F06691"/>
    <a:srgbClr val="EF5B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66BD3-08C8-4C22-A01B-26A82BF85030}" v="1" dt="2025-12-13T10:06:04.0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96" autoAdjust="0"/>
    <p:restoredTop sz="94660"/>
  </p:normalViewPr>
  <p:slideViewPr>
    <p:cSldViewPr snapToGrid="0">
      <p:cViewPr varScale="1">
        <p:scale>
          <a:sx n="11" d="100"/>
          <a:sy n="11" d="100"/>
        </p:scale>
        <p:origin x="238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il Lawrence" userId="8a61cc64-6ddc-44c3-ba44-40882efe7d33" providerId="ADAL" clId="{CEE63534-9BD7-4481-A681-F1313E7A189E}"/>
    <pc:docChg chg="undo custSel addSld delSld modSld">
      <pc:chgData name="Neil Lawrence" userId="8a61cc64-6ddc-44c3-ba44-40882efe7d33" providerId="ADAL" clId="{CEE63534-9BD7-4481-A681-F1313E7A189E}" dt="2025-12-02T08:32:42.450" v="751" actId="21"/>
      <pc:docMkLst>
        <pc:docMk/>
      </pc:docMkLst>
      <pc:sldChg chg="addSp delSp modSp mod">
        <pc:chgData name="Neil Lawrence" userId="8a61cc64-6ddc-44c3-ba44-40882efe7d33" providerId="ADAL" clId="{CEE63534-9BD7-4481-A681-F1313E7A189E}" dt="2025-12-02T08:32:42.450" v="751" actId="21"/>
        <pc:sldMkLst>
          <pc:docMk/>
          <pc:sldMk cId="1012879494" sldId="257"/>
        </pc:sldMkLst>
        <pc:spChg chg="mod">
          <ac:chgData name="Neil Lawrence" userId="8a61cc64-6ddc-44c3-ba44-40882efe7d33" providerId="ADAL" clId="{CEE63534-9BD7-4481-A681-F1313E7A189E}" dt="2025-12-02T08:30:15.942" v="714" actId="1035"/>
          <ac:spMkLst>
            <pc:docMk/>
            <pc:sldMk cId="1012879494" sldId="257"/>
            <ac:spMk id="4" creationId="{815A1CC5-F1AA-A5C8-080F-26163A21EE56}"/>
          </ac:spMkLst>
        </pc:spChg>
        <pc:spChg chg="mod">
          <ac:chgData name="Neil Lawrence" userId="8a61cc64-6ddc-44c3-ba44-40882efe7d33" providerId="ADAL" clId="{CEE63534-9BD7-4481-A681-F1313E7A189E}" dt="2025-12-02T08:30:15.942" v="714" actId="1035"/>
          <ac:spMkLst>
            <pc:docMk/>
            <pc:sldMk cId="1012879494" sldId="257"/>
            <ac:spMk id="11" creationId="{2E389511-80B5-5D33-D027-5DB375B40AF1}"/>
          </ac:spMkLst>
        </pc:spChg>
        <pc:spChg chg="add mod ord">
          <ac:chgData name="Neil Lawrence" userId="8a61cc64-6ddc-44c3-ba44-40882efe7d33" providerId="ADAL" clId="{CEE63534-9BD7-4481-A681-F1313E7A189E}" dt="2025-11-26T13:53:54.334" v="215" actId="14100"/>
          <ac:spMkLst>
            <pc:docMk/>
            <pc:sldMk cId="1012879494" sldId="257"/>
            <ac:spMk id="14" creationId="{FC67F8BE-5ACC-C8DA-CAC8-8B1C645E6914}"/>
          </ac:spMkLst>
        </pc:spChg>
        <pc:spChg chg="mod">
          <ac:chgData name="Neil Lawrence" userId="8a61cc64-6ddc-44c3-ba44-40882efe7d33" providerId="ADAL" clId="{CEE63534-9BD7-4481-A681-F1313E7A189E}" dt="2025-11-26T13:59:17.785" v="445" actId="2711"/>
          <ac:spMkLst>
            <pc:docMk/>
            <pc:sldMk cId="1012879494" sldId="257"/>
            <ac:spMk id="15" creationId="{94EC808A-E454-1DD5-52D1-DD0CDD490306}"/>
          </ac:spMkLst>
        </pc:spChg>
        <pc:spChg chg="mod">
          <ac:chgData name="Neil Lawrence" userId="8a61cc64-6ddc-44c3-ba44-40882efe7d33" providerId="ADAL" clId="{CEE63534-9BD7-4481-A681-F1313E7A189E}" dt="2025-12-02T08:30:15.942" v="714" actId="1035"/>
          <ac:spMkLst>
            <pc:docMk/>
            <pc:sldMk cId="1012879494" sldId="257"/>
            <ac:spMk id="18" creationId="{2D83B08B-D763-4430-C430-E6BDB22FA3EE}"/>
          </ac:spMkLst>
        </pc:spChg>
        <pc:spChg chg="add mod">
          <ac:chgData name="Neil Lawrence" userId="8a61cc64-6ddc-44c3-ba44-40882efe7d33" providerId="ADAL" clId="{CEE63534-9BD7-4481-A681-F1313E7A189E}" dt="2025-12-02T08:30:15.942" v="714" actId="1035"/>
          <ac:spMkLst>
            <pc:docMk/>
            <pc:sldMk cId="1012879494" sldId="257"/>
            <ac:spMk id="20" creationId="{13A9C296-5182-25D5-5C0A-19C366028551}"/>
          </ac:spMkLst>
        </pc:spChg>
        <pc:spChg chg="mod">
          <ac:chgData name="Neil Lawrence" userId="8a61cc64-6ddc-44c3-ba44-40882efe7d33" providerId="ADAL" clId="{CEE63534-9BD7-4481-A681-F1313E7A189E}" dt="2025-12-02T08:30:15.942" v="714" actId="1035"/>
          <ac:spMkLst>
            <pc:docMk/>
            <pc:sldMk cId="1012879494" sldId="257"/>
            <ac:spMk id="22" creationId="{E400DECC-14A1-B195-2181-E0642D89AD42}"/>
          </ac:spMkLst>
        </pc:spChg>
        <pc:spChg chg="mod">
          <ac:chgData name="Neil Lawrence" userId="8a61cc64-6ddc-44c3-ba44-40882efe7d33" providerId="ADAL" clId="{CEE63534-9BD7-4481-A681-F1313E7A189E}" dt="2025-11-26T13:59:17.785" v="445" actId="2711"/>
          <ac:spMkLst>
            <pc:docMk/>
            <pc:sldMk cId="1012879494" sldId="257"/>
            <ac:spMk id="40" creationId="{699963E5-6E05-0B1A-8B7D-E0E095549CCF}"/>
          </ac:spMkLst>
        </pc:spChg>
        <pc:spChg chg="mod">
          <ac:chgData name="Neil Lawrence" userId="8a61cc64-6ddc-44c3-ba44-40882efe7d33" providerId="ADAL" clId="{CEE63534-9BD7-4481-A681-F1313E7A189E}" dt="2025-11-26T13:59:17.785" v="445" actId="2711"/>
          <ac:spMkLst>
            <pc:docMk/>
            <pc:sldMk cId="1012879494" sldId="257"/>
            <ac:spMk id="41" creationId="{97FFCBA6-5DF1-C5B6-E397-C91E1F67C333}"/>
          </ac:spMkLst>
        </pc:spChg>
        <pc:spChg chg="mod">
          <ac:chgData name="Neil Lawrence" userId="8a61cc64-6ddc-44c3-ba44-40882efe7d33" providerId="ADAL" clId="{CEE63534-9BD7-4481-A681-F1313E7A189E}" dt="2025-11-26T14:01:19.648" v="511" actId="1076"/>
          <ac:spMkLst>
            <pc:docMk/>
            <pc:sldMk cId="1012879494" sldId="257"/>
            <ac:spMk id="47" creationId="{481F431D-47E6-0F67-AA0D-E98742A90218}"/>
          </ac:spMkLst>
        </pc:spChg>
        <pc:spChg chg="mod">
          <ac:chgData name="Neil Lawrence" userId="8a61cc64-6ddc-44c3-ba44-40882efe7d33" providerId="ADAL" clId="{CEE63534-9BD7-4481-A681-F1313E7A189E}" dt="2025-11-26T13:59:17.785" v="445" actId="2711"/>
          <ac:spMkLst>
            <pc:docMk/>
            <pc:sldMk cId="1012879494" sldId="257"/>
            <ac:spMk id="54" creationId="{CB6AC13E-C653-4378-C5AA-5DA6352A43FD}"/>
          </ac:spMkLst>
        </pc:spChg>
        <pc:spChg chg="mod">
          <ac:chgData name="Neil Lawrence" userId="8a61cc64-6ddc-44c3-ba44-40882efe7d33" providerId="ADAL" clId="{CEE63534-9BD7-4481-A681-F1313E7A189E}" dt="2025-12-02T08:30:15.942" v="714" actId="1035"/>
          <ac:spMkLst>
            <pc:docMk/>
            <pc:sldMk cId="1012879494" sldId="257"/>
            <ac:spMk id="63" creationId="{090002A1-D41F-457D-613F-17A044D3E536}"/>
          </ac:spMkLst>
        </pc:spChg>
        <pc:spChg chg="mod">
          <ac:chgData name="Neil Lawrence" userId="8a61cc64-6ddc-44c3-ba44-40882efe7d33" providerId="ADAL" clId="{CEE63534-9BD7-4481-A681-F1313E7A189E}" dt="2025-12-02T08:30:15.942" v="714" actId="1035"/>
          <ac:spMkLst>
            <pc:docMk/>
            <pc:sldMk cId="1012879494" sldId="257"/>
            <ac:spMk id="66" creationId="{1655AA06-8700-B657-18C1-4D7800F34449}"/>
          </ac:spMkLst>
        </pc:spChg>
        <pc:spChg chg="mod">
          <ac:chgData name="Neil Lawrence" userId="8a61cc64-6ddc-44c3-ba44-40882efe7d33" providerId="ADAL" clId="{CEE63534-9BD7-4481-A681-F1313E7A189E}" dt="2025-11-26T13:59:17.785" v="445" actId="2711"/>
          <ac:spMkLst>
            <pc:docMk/>
            <pc:sldMk cId="1012879494" sldId="257"/>
            <ac:spMk id="73" creationId="{3C025103-05DA-2CBD-C34F-5BA642FC066E}"/>
          </ac:spMkLst>
        </pc:spChg>
        <pc:spChg chg="add mod">
          <ac:chgData name="Neil Lawrence" userId="8a61cc64-6ddc-44c3-ba44-40882efe7d33" providerId="ADAL" clId="{CEE63534-9BD7-4481-A681-F1313E7A189E}" dt="2025-11-26T13:57:47.541" v="362" actId="1076"/>
          <ac:spMkLst>
            <pc:docMk/>
            <pc:sldMk cId="1012879494" sldId="257"/>
            <ac:spMk id="76" creationId="{E1EC101A-2881-3C91-7F32-1F54D381D515}"/>
          </ac:spMkLst>
        </pc:spChg>
        <pc:spChg chg="add del mod">
          <ac:chgData name="Neil Lawrence" userId="8a61cc64-6ddc-44c3-ba44-40882efe7d33" providerId="ADAL" clId="{CEE63534-9BD7-4481-A681-F1313E7A189E}" dt="2025-12-02T08:30:15.942" v="714" actId="1035"/>
          <ac:spMkLst>
            <pc:docMk/>
            <pc:sldMk cId="1012879494" sldId="257"/>
            <ac:spMk id="84" creationId="{F65728E3-1419-D94D-CEB4-5CAC0FCA0395}"/>
          </ac:spMkLst>
        </pc:spChg>
        <pc:spChg chg="add mod">
          <ac:chgData name="Neil Lawrence" userId="8a61cc64-6ddc-44c3-ba44-40882efe7d33" providerId="ADAL" clId="{CEE63534-9BD7-4481-A681-F1313E7A189E}" dt="2025-11-26T13:58:37.391" v="437"/>
          <ac:spMkLst>
            <pc:docMk/>
            <pc:sldMk cId="1012879494" sldId="257"/>
            <ac:spMk id="85" creationId="{0CC69FFE-43A2-4107-C1D7-10C05D28EA69}"/>
          </ac:spMkLst>
        </pc:spChg>
        <pc:spChg chg="add mod ord">
          <ac:chgData name="Neil Lawrence" userId="8a61cc64-6ddc-44c3-ba44-40882efe7d33" providerId="ADAL" clId="{CEE63534-9BD7-4481-A681-F1313E7A189E}" dt="2025-12-02T08:30:15.942" v="714" actId="1035"/>
          <ac:spMkLst>
            <pc:docMk/>
            <pc:sldMk cId="1012879494" sldId="257"/>
            <ac:spMk id="86" creationId="{0780F891-16E4-6F3B-DF26-3D69AC0A64E4}"/>
          </ac:spMkLst>
        </pc:spChg>
        <pc:spChg chg="add mod">
          <ac:chgData name="Neil Lawrence" userId="8a61cc64-6ddc-44c3-ba44-40882efe7d33" providerId="ADAL" clId="{CEE63534-9BD7-4481-A681-F1313E7A189E}" dt="2025-11-26T15:04:57.416" v="634" actId="1076"/>
          <ac:spMkLst>
            <pc:docMk/>
            <pc:sldMk cId="1012879494" sldId="257"/>
            <ac:spMk id="90" creationId="{AA10E1D4-F321-456C-FF1C-8DC06576A3E8}"/>
          </ac:spMkLst>
        </pc:spChg>
        <pc:spChg chg="mod">
          <ac:chgData name="Neil Lawrence" userId="8a61cc64-6ddc-44c3-ba44-40882efe7d33" providerId="ADAL" clId="{CEE63534-9BD7-4481-A681-F1313E7A189E}" dt="2025-12-02T08:31:17.754" v="744" actId="120"/>
          <ac:spMkLst>
            <pc:docMk/>
            <pc:sldMk cId="1012879494" sldId="257"/>
            <ac:spMk id="98" creationId="{318C4C49-A466-90FF-03F6-8DFEC4068E34}"/>
          </ac:spMkLst>
        </pc:spChg>
        <pc:spChg chg="mod">
          <ac:chgData name="Neil Lawrence" userId="8a61cc64-6ddc-44c3-ba44-40882efe7d33" providerId="ADAL" clId="{CEE63534-9BD7-4481-A681-F1313E7A189E}" dt="2025-11-26T13:52:04.282" v="57" actId="1038"/>
          <ac:spMkLst>
            <pc:docMk/>
            <pc:sldMk cId="1012879494" sldId="257"/>
            <ac:spMk id="105" creationId="{16207F54-80A1-8B3D-6CCE-AB1E7D46338F}"/>
          </ac:spMkLst>
        </pc:spChg>
        <pc:spChg chg="mod">
          <ac:chgData name="Neil Lawrence" userId="8a61cc64-6ddc-44c3-ba44-40882efe7d33" providerId="ADAL" clId="{CEE63534-9BD7-4481-A681-F1313E7A189E}" dt="2025-11-26T13:59:17.785" v="445" actId="2711"/>
          <ac:spMkLst>
            <pc:docMk/>
            <pc:sldMk cId="1012879494" sldId="257"/>
            <ac:spMk id="109" creationId="{B419B983-42BE-2600-3E0D-509E3C412F9A}"/>
          </ac:spMkLst>
        </pc:spChg>
        <pc:spChg chg="mod">
          <ac:chgData name="Neil Lawrence" userId="8a61cc64-6ddc-44c3-ba44-40882efe7d33" providerId="ADAL" clId="{CEE63534-9BD7-4481-A681-F1313E7A189E}" dt="2025-12-02T08:30:15.942" v="714" actId="1035"/>
          <ac:spMkLst>
            <pc:docMk/>
            <pc:sldMk cId="1012879494" sldId="257"/>
            <ac:spMk id="110" creationId="{7E814D9B-CF51-0B63-22A3-DCD908E2F3C5}"/>
          </ac:spMkLst>
        </pc:spChg>
        <pc:spChg chg="mod">
          <ac:chgData name="Neil Lawrence" userId="8a61cc64-6ddc-44c3-ba44-40882efe7d33" providerId="ADAL" clId="{CEE63534-9BD7-4481-A681-F1313E7A189E}" dt="2025-11-26T13:58:19.916" v="421" actId="1038"/>
          <ac:spMkLst>
            <pc:docMk/>
            <pc:sldMk cId="1012879494" sldId="257"/>
            <ac:spMk id="112" creationId="{25F393CB-E6BA-9935-B91D-9380A6153847}"/>
          </ac:spMkLst>
        </pc:spChg>
        <pc:spChg chg="mod">
          <ac:chgData name="Neil Lawrence" userId="8a61cc64-6ddc-44c3-ba44-40882efe7d33" providerId="ADAL" clId="{CEE63534-9BD7-4481-A681-F1313E7A189E}" dt="2025-11-26T13:52:04.282" v="57" actId="1038"/>
          <ac:spMkLst>
            <pc:docMk/>
            <pc:sldMk cId="1012879494" sldId="257"/>
            <ac:spMk id="114" creationId="{A79B8A75-8948-8B40-549C-0C4A05872216}"/>
          </ac:spMkLst>
        </pc:spChg>
        <pc:spChg chg="mod">
          <ac:chgData name="Neil Lawrence" userId="8a61cc64-6ddc-44c3-ba44-40882efe7d33" providerId="ADAL" clId="{CEE63534-9BD7-4481-A681-F1313E7A189E}" dt="2025-11-26T13:57:20.688" v="348" actId="1038"/>
          <ac:spMkLst>
            <pc:docMk/>
            <pc:sldMk cId="1012879494" sldId="257"/>
            <ac:spMk id="139" creationId="{03EAC078-2821-58A0-BA5D-6EAF09F3D92B}"/>
          </ac:spMkLst>
        </pc:spChg>
        <pc:cxnChg chg="add mod">
          <ac:chgData name="Neil Lawrence" userId="8a61cc64-6ddc-44c3-ba44-40882efe7d33" providerId="ADAL" clId="{CEE63534-9BD7-4481-A681-F1313E7A189E}" dt="2025-11-26T13:53:49.511" v="214" actId="1036"/>
          <ac:cxnSpMkLst>
            <pc:docMk/>
            <pc:sldMk cId="1012879494" sldId="257"/>
            <ac:cxnSpMk id="24" creationId="{BF61A1BA-D4D3-CDCB-37B8-315F6B4E228B}"/>
          </ac:cxnSpMkLst>
        </pc:cxnChg>
        <pc:cxnChg chg="add mod">
          <ac:chgData name="Neil Lawrence" userId="8a61cc64-6ddc-44c3-ba44-40882efe7d33" providerId="ADAL" clId="{CEE63534-9BD7-4481-A681-F1313E7A189E}" dt="2025-11-26T13:54:09.775" v="219" actId="14100"/>
          <ac:cxnSpMkLst>
            <pc:docMk/>
            <pc:sldMk cId="1012879494" sldId="257"/>
            <ac:cxnSpMk id="25" creationId="{8BE567A8-B02C-A05C-7F2E-2EB64E49A62A}"/>
          </ac:cxnSpMkLst>
        </pc:cxnChg>
        <pc:cxnChg chg="add mod">
          <ac:chgData name="Neil Lawrence" userId="8a61cc64-6ddc-44c3-ba44-40882efe7d33" providerId="ADAL" clId="{CEE63534-9BD7-4481-A681-F1313E7A189E}" dt="2025-11-26T13:54:12.187" v="220" actId="14100"/>
          <ac:cxnSpMkLst>
            <pc:docMk/>
            <pc:sldMk cId="1012879494" sldId="257"/>
            <ac:cxnSpMk id="28" creationId="{0E7910D2-2C98-E301-D505-0C24B96DE9D0}"/>
          </ac:cxnSpMkLst>
        </pc:cxnChg>
        <pc:cxnChg chg="add mod ord">
          <ac:chgData name="Neil Lawrence" userId="8a61cc64-6ddc-44c3-ba44-40882efe7d33" providerId="ADAL" clId="{CEE63534-9BD7-4481-A681-F1313E7A189E}" dt="2025-11-26T13:57:43.460" v="361" actId="1076"/>
          <ac:cxnSpMkLst>
            <pc:docMk/>
            <pc:sldMk cId="1012879494" sldId="257"/>
            <ac:cxnSpMk id="32" creationId="{D7600617-785D-CB8B-8C36-E762F1843C75}"/>
          </ac:cxnSpMkLst>
        </pc:cxnChg>
        <pc:cxnChg chg="add mod">
          <ac:chgData name="Neil Lawrence" userId="8a61cc64-6ddc-44c3-ba44-40882efe7d33" providerId="ADAL" clId="{CEE63534-9BD7-4481-A681-F1313E7A189E}" dt="2025-11-26T13:58:02.755" v="367" actId="14100"/>
          <ac:cxnSpMkLst>
            <pc:docMk/>
            <pc:sldMk cId="1012879494" sldId="257"/>
            <ac:cxnSpMk id="36" creationId="{5A09C1C8-C274-3C9C-236F-008EE12C0CC3}"/>
          </ac:cxnSpMkLst>
        </pc:cxnChg>
        <pc:cxnChg chg="mod">
          <ac:chgData name="Neil Lawrence" userId="8a61cc64-6ddc-44c3-ba44-40882efe7d33" providerId="ADAL" clId="{CEE63534-9BD7-4481-A681-F1313E7A189E}" dt="2025-11-26T13:54:30.947" v="221" actId="14100"/>
          <ac:cxnSpMkLst>
            <pc:docMk/>
            <pc:sldMk cId="1012879494" sldId="257"/>
            <ac:cxnSpMk id="37" creationId="{5FF26CE5-916A-127B-179E-89FD7EF09F45}"/>
          </ac:cxnSpMkLst>
        </pc:cxnChg>
        <pc:cxnChg chg="mod">
          <ac:chgData name="Neil Lawrence" userId="8a61cc64-6ddc-44c3-ba44-40882efe7d33" providerId="ADAL" clId="{CEE63534-9BD7-4481-A681-F1313E7A189E}" dt="2025-11-26T13:55:46.092" v="302" actId="14100"/>
          <ac:cxnSpMkLst>
            <pc:docMk/>
            <pc:sldMk cId="1012879494" sldId="257"/>
            <ac:cxnSpMk id="39" creationId="{E358E3EF-7F54-08ED-B54F-9A7C60ED8BFE}"/>
          </ac:cxnSpMkLst>
        </pc:cxnChg>
        <pc:cxnChg chg="add mod">
          <ac:chgData name="Neil Lawrence" userId="8a61cc64-6ddc-44c3-ba44-40882efe7d33" providerId="ADAL" clId="{CEE63534-9BD7-4481-A681-F1313E7A189E}" dt="2025-11-26T13:57:06.572" v="318" actId="14100"/>
          <ac:cxnSpMkLst>
            <pc:docMk/>
            <pc:sldMk cId="1012879494" sldId="257"/>
            <ac:cxnSpMk id="59" creationId="{17BC221A-2CA5-FCE3-D4F5-E1E7748CEF2A}"/>
          </ac:cxnSpMkLst>
        </pc:cxnChg>
        <pc:cxnChg chg="add mod">
          <ac:chgData name="Neil Lawrence" userId="8a61cc64-6ddc-44c3-ba44-40882efe7d33" providerId="ADAL" clId="{CEE63534-9BD7-4481-A681-F1313E7A189E}" dt="2025-11-26T13:57:59.730" v="366" actId="14100"/>
          <ac:cxnSpMkLst>
            <pc:docMk/>
            <pc:sldMk cId="1012879494" sldId="257"/>
            <ac:cxnSpMk id="80" creationId="{A9B6A895-1C4D-CFFC-2751-FDEBB9EE6F7E}"/>
          </ac:cxnSpMkLst>
        </pc:cxnChg>
        <pc:cxnChg chg="add mod">
          <ac:chgData name="Neil Lawrence" userId="8a61cc64-6ddc-44c3-ba44-40882efe7d33" providerId="ADAL" clId="{CEE63534-9BD7-4481-A681-F1313E7A189E}" dt="2025-11-26T15:05:18.373" v="659" actId="14100"/>
          <ac:cxnSpMkLst>
            <pc:docMk/>
            <pc:sldMk cId="1012879494" sldId="257"/>
            <ac:cxnSpMk id="91" creationId="{38B22EBE-12C3-119F-2C11-1063E9432592}"/>
          </ac:cxnSpMkLst>
        </pc:cxnChg>
        <pc:cxnChg chg="add mod ord">
          <ac:chgData name="Neil Lawrence" userId="8a61cc64-6ddc-44c3-ba44-40882efe7d33" providerId="ADAL" clId="{CEE63534-9BD7-4481-A681-F1313E7A189E}" dt="2025-11-26T15:05:54.718" v="670" actId="14100"/>
          <ac:cxnSpMkLst>
            <pc:docMk/>
            <pc:sldMk cId="1012879494" sldId="257"/>
            <ac:cxnSpMk id="95" creationId="{1E8CB08B-E107-9FA6-C9EF-D6EE574507B3}"/>
          </ac:cxnSpMkLst>
        </pc:cxnChg>
        <pc:cxnChg chg="mod">
          <ac:chgData name="Neil Lawrence" userId="8a61cc64-6ddc-44c3-ba44-40882efe7d33" providerId="ADAL" clId="{CEE63534-9BD7-4481-A681-F1313E7A189E}" dt="2025-11-26T13:52:04.282" v="57" actId="1038"/>
          <ac:cxnSpMkLst>
            <pc:docMk/>
            <pc:sldMk cId="1012879494" sldId="257"/>
            <ac:cxnSpMk id="106" creationId="{E226628F-B6F0-6920-E707-FDF65F5A5229}"/>
          </ac:cxnSpMkLst>
        </pc:cxnChg>
        <pc:cxnChg chg="mod">
          <ac:chgData name="Neil Lawrence" userId="8a61cc64-6ddc-44c3-ba44-40882efe7d33" providerId="ADAL" clId="{CEE63534-9BD7-4481-A681-F1313E7A189E}" dt="2025-11-26T13:52:04.282" v="57" actId="1038"/>
          <ac:cxnSpMkLst>
            <pc:docMk/>
            <pc:sldMk cId="1012879494" sldId="257"/>
            <ac:cxnSpMk id="107" creationId="{3F1B3B3A-45A1-FE2E-02EE-A4EA743FC6F6}"/>
          </ac:cxnSpMkLst>
        </pc:cxnChg>
        <pc:cxnChg chg="mod">
          <ac:chgData name="Neil Lawrence" userId="8a61cc64-6ddc-44c3-ba44-40882efe7d33" providerId="ADAL" clId="{CEE63534-9BD7-4481-A681-F1313E7A189E}" dt="2025-11-26T13:52:04.282" v="57" actId="1038"/>
          <ac:cxnSpMkLst>
            <pc:docMk/>
            <pc:sldMk cId="1012879494" sldId="257"/>
            <ac:cxnSpMk id="113" creationId="{9D95A2A4-8230-1271-3468-3B389AE3A1D2}"/>
          </ac:cxnSpMkLst>
        </pc:cxnChg>
        <pc:cxnChg chg="mod">
          <ac:chgData name="Neil Lawrence" userId="8a61cc64-6ddc-44c3-ba44-40882efe7d33" providerId="ADAL" clId="{CEE63534-9BD7-4481-A681-F1313E7A189E}" dt="2025-11-26T13:51:58.358" v="21" actId="1037"/>
          <ac:cxnSpMkLst>
            <pc:docMk/>
            <pc:sldMk cId="1012879494" sldId="257"/>
            <ac:cxnSpMk id="116" creationId="{32EFB52D-81A9-0304-A735-7E9C31384C4F}"/>
          </ac:cxnSpMkLst>
        </pc:cxnChg>
        <pc:cxnChg chg="mod">
          <ac:chgData name="Neil Lawrence" userId="8a61cc64-6ddc-44c3-ba44-40882efe7d33" providerId="ADAL" clId="{CEE63534-9BD7-4481-A681-F1313E7A189E}" dt="2025-11-26T13:57:31.502" v="357" actId="1038"/>
          <ac:cxnSpMkLst>
            <pc:docMk/>
            <pc:sldMk cId="1012879494" sldId="257"/>
            <ac:cxnSpMk id="119" creationId="{80A52257-178F-7AC4-C08A-B25DFC4380A1}"/>
          </ac:cxnSpMkLst>
        </pc:cxnChg>
        <pc:cxnChg chg="mod ord">
          <ac:chgData name="Neil Lawrence" userId="8a61cc64-6ddc-44c3-ba44-40882efe7d33" providerId="ADAL" clId="{CEE63534-9BD7-4481-A681-F1313E7A189E}" dt="2025-11-26T13:55:56.125" v="305" actId="167"/>
          <ac:cxnSpMkLst>
            <pc:docMk/>
            <pc:sldMk cId="1012879494" sldId="257"/>
            <ac:cxnSpMk id="138" creationId="{D1138FEF-F07E-7E36-189E-2092AEFFE88E}"/>
          </ac:cxnSpMkLst>
        </pc:cxnChg>
        <pc:cxnChg chg="mod">
          <ac:chgData name="Neil Lawrence" userId="8a61cc64-6ddc-44c3-ba44-40882efe7d33" providerId="ADAL" clId="{CEE63534-9BD7-4481-A681-F1313E7A189E}" dt="2025-11-26T13:57:36.815" v="358" actId="14100"/>
          <ac:cxnSpMkLst>
            <pc:docMk/>
            <pc:sldMk cId="1012879494" sldId="257"/>
            <ac:cxnSpMk id="141" creationId="{38D39F33-4C70-F916-FF28-C016BF874C86}"/>
          </ac:cxnSpMkLst>
        </pc:cxnChg>
      </pc:sldChg>
    </pc:docChg>
  </pc:docChgLst>
  <pc:docChgLst>
    <pc:chgData name="Neil Lawrence" userId="8a61cc64-6ddc-44c3-ba44-40882efe7d33" providerId="ADAL" clId="{BF1B8DAB-338F-4601-B392-663CE50DFD73}"/>
    <pc:docChg chg="custSel modSld">
      <pc:chgData name="Neil Lawrence" userId="8a61cc64-6ddc-44c3-ba44-40882efe7d33" providerId="ADAL" clId="{BF1B8DAB-338F-4601-B392-663CE50DFD73}" dt="2025-12-13T10:06:25.624" v="8" actId="21"/>
      <pc:docMkLst>
        <pc:docMk/>
      </pc:docMkLst>
      <pc:sldChg chg="addSp delSp modSp mod">
        <pc:chgData name="Neil Lawrence" userId="8a61cc64-6ddc-44c3-ba44-40882efe7d33" providerId="ADAL" clId="{BF1B8DAB-338F-4601-B392-663CE50DFD73}" dt="2025-12-13T10:06:25.624" v="8" actId="21"/>
        <pc:sldMkLst>
          <pc:docMk/>
          <pc:sldMk cId="1012879494" sldId="257"/>
        </pc:sldMkLst>
        <pc:spChg chg="mod">
          <ac:chgData name="Neil Lawrence" userId="8a61cc64-6ddc-44c3-ba44-40882efe7d33" providerId="ADAL" clId="{BF1B8DAB-338F-4601-B392-663CE50DFD73}" dt="2025-12-13T10:05:00.261" v="5" actId="20577"/>
          <ac:spMkLst>
            <pc:docMk/>
            <pc:sldMk cId="1012879494" sldId="257"/>
            <ac:spMk id="98" creationId="{318C4C49-A466-90FF-03F6-8DFEC4068E34}"/>
          </ac:spMkLst>
        </pc:spChg>
        <pc:picChg chg="add del mod">
          <ac:chgData name="Neil Lawrence" userId="8a61cc64-6ddc-44c3-ba44-40882efe7d33" providerId="ADAL" clId="{BF1B8DAB-338F-4601-B392-663CE50DFD73}" dt="2025-12-13T10:06:25.624" v="8" actId="21"/>
          <ac:picMkLst>
            <pc:docMk/>
            <pc:sldMk cId="1012879494" sldId="257"/>
            <ac:picMk id="9" creationId="{34B1CAB4-386D-5221-FEF9-DF6C6146EF69}"/>
          </ac:picMkLst>
        </pc:picChg>
      </pc:sldChg>
    </pc:docChg>
  </pc:docChgLst>
  <pc:docChgLst>
    <pc:chgData name="Neil Lawrence" userId="8a61cc64-6ddc-44c3-ba44-40882efe7d33" providerId="ADAL" clId="{93D0E51D-B4B9-4DDF-82B7-715CCFBF2E9E}"/>
    <pc:docChg chg="custSel modSld">
      <pc:chgData name="Neil Lawrence" userId="8a61cc64-6ddc-44c3-ba44-40882efe7d33" providerId="ADAL" clId="{93D0E51D-B4B9-4DDF-82B7-715CCFBF2E9E}" dt="2025-11-21T15:37:27.227" v="1" actId="21"/>
      <pc:docMkLst>
        <pc:docMk/>
      </pc:docMkLst>
      <pc:sldChg chg="addSp delSp mod">
        <pc:chgData name="Neil Lawrence" userId="8a61cc64-6ddc-44c3-ba44-40882efe7d33" providerId="ADAL" clId="{93D0E51D-B4B9-4DDF-82B7-715CCFBF2E9E}" dt="2025-11-21T15:37:27.227" v="1" actId="21"/>
        <pc:sldMkLst>
          <pc:docMk/>
          <pc:sldMk cId="1012879494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40480" y="8380311"/>
            <a:ext cx="43525440" cy="17827413"/>
          </a:xfrm>
        </p:spPr>
        <p:txBody>
          <a:bodyPr anchor="b"/>
          <a:lstStyle>
            <a:lvl1pPr algn="ctr">
              <a:defRPr sz="3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0" y="26895217"/>
            <a:ext cx="38404800" cy="12363023"/>
          </a:xfrm>
        </p:spPr>
        <p:txBody>
          <a:bodyPr/>
          <a:lstStyle>
            <a:lvl1pPr marL="0" indent="0" algn="ctr">
              <a:buNone/>
              <a:defRPr sz="13440"/>
            </a:lvl1pPr>
            <a:lvl2pPr marL="2560320" indent="0" algn="ctr">
              <a:buNone/>
              <a:defRPr sz="11200"/>
            </a:lvl2pPr>
            <a:lvl3pPr marL="5120640" indent="0" algn="ctr">
              <a:buNone/>
              <a:defRPr sz="10080"/>
            </a:lvl3pPr>
            <a:lvl4pPr marL="7680960" indent="0" algn="ctr">
              <a:buNone/>
              <a:defRPr sz="8960"/>
            </a:lvl4pPr>
            <a:lvl5pPr marL="10241280" indent="0" algn="ctr">
              <a:buNone/>
              <a:defRPr sz="8960"/>
            </a:lvl5pPr>
            <a:lvl6pPr marL="12801600" indent="0" algn="ctr">
              <a:buNone/>
              <a:defRPr sz="8960"/>
            </a:lvl6pPr>
            <a:lvl7pPr marL="15361920" indent="0" algn="ctr">
              <a:buNone/>
              <a:defRPr sz="8960"/>
            </a:lvl7pPr>
            <a:lvl8pPr marL="17922240" indent="0" algn="ctr">
              <a:buNone/>
              <a:defRPr sz="8960"/>
            </a:lvl8pPr>
            <a:lvl9pPr marL="20482560" indent="0" algn="ctr">
              <a:buNone/>
              <a:defRPr sz="89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3020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4969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773" y="12766055"/>
            <a:ext cx="44165520" cy="21300436"/>
          </a:xfrm>
        </p:spPr>
        <p:txBody>
          <a:bodyPr anchor="b"/>
          <a:lstStyle>
            <a:lvl1pPr>
              <a:defRPr sz="3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93773" y="34268002"/>
            <a:ext cx="44165520" cy="11201396"/>
          </a:xfrm>
        </p:spPr>
        <p:txBody>
          <a:bodyPr/>
          <a:lstStyle>
            <a:lvl1pPr marL="0" indent="0">
              <a:buNone/>
              <a:defRPr sz="13440">
                <a:solidFill>
                  <a:schemeClr val="tx1"/>
                </a:solidFill>
              </a:defRPr>
            </a:lvl1pPr>
            <a:lvl2pPr marL="2560320" indent="0">
              <a:buNone/>
              <a:defRPr sz="11200">
                <a:solidFill>
                  <a:schemeClr val="tx1">
                    <a:tint val="75000"/>
                  </a:schemeClr>
                </a:solidFill>
              </a:defRPr>
            </a:lvl2pPr>
            <a:lvl3pPr marL="5120640" indent="0">
              <a:buNone/>
              <a:defRPr sz="10080">
                <a:solidFill>
                  <a:schemeClr val="tx1">
                    <a:tint val="75000"/>
                  </a:schemeClr>
                </a:solidFill>
              </a:defRPr>
            </a:lvl3pPr>
            <a:lvl4pPr marL="768096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4pPr>
            <a:lvl5pPr marL="1024128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5pPr>
            <a:lvl6pPr marL="1280160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6pPr>
            <a:lvl7pPr marL="1536192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7pPr>
            <a:lvl8pPr marL="1792224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8pPr>
            <a:lvl9pPr marL="2048256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5522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0440" y="13631334"/>
            <a:ext cx="21762720" cy="324899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23240" y="13631334"/>
            <a:ext cx="21762720" cy="324899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0827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2726278"/>
            <a:ext cx="44165520" cy="98975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115" y="12552684"/>
            <a:ext cx="21662704" cy="6151876"/>
          </a:xfrm>
        </p:spPr>
        <p:txBody>
          <a:bodyPr anchor="b"/>
          <a:lstStyle>
            <a:lvl1pPr marL="0" indent="0">
              <a:buNone/>
              <a:defRPr sz="13440" b="1"/>
            </a:lvl1pPr>
            <a:lvl2pPr marL="2560320" indent="0">
              <a:buNone/>
              <a:defRPr sz="11200" b="1"/>
            </a:lvl2pPr>
            <a:lvl3pPr marL="5120640" indent="0">
              <a:buNone/>
              <a:defRPr sz="10080" b="1"/>
            </a:lvl3pPr>
            <a:lvl4pPr marL="7680960" indent="0">
              <a:buNone/>
              <a:defRPr sz="8960" b="1"/>
            </a:lvl4pPr>
            <a:lvl5pPr marL="10241280" indent="0">
              <a:buNone/>
              <a:defRPr sz="8960" b="1"/>
            </a:lvl5pPr>
            <a:lvl6pPr marL="12801600" indent="0">
              <a:buNone/>
              <a:defRPr sz="8960" b="1"/>
            </a:lvl6pPr>
            <a:lvl7pPr marL="15361920" indent="0">
              <a:buNone/>
              <a:defRPr sz="8960" b="1"/>
            </a:lvl7pPr>
            <a:lvl8pPr marL="17922240" indent="0">
              <a:buNone/>
              <a:defRPr sz="8960" b="1"/>
            </a:lvl8pPr>
            <a:lvl9pPr marL="20482560" indent="0">
              <a:buNone/>
              <a:defRPr sz="8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7115" y="18704560"/>
            <a:ext cx="21662704" cy="275115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923243" y="12552684"/>
            <a:ext cx="21769390" cy="6151876"/>
          </a:xfrm>
        </p:spPr>
        <p:txBody>
          <a:bodyPr anchor="b"/>
          <a:lstStyle>
            <a:lvl1pPr marL="0" indent="0">
              <a:buNone/>
              <a:defRPr sz="13440" b="1"/>
            </a:lvl1pPr>
            <a:lvl2pPr marL="2560320" indent="0">
              <a:buNone/>
              <a:defRPr sz="11200" b="1"/>
            </a:lvl2pPr>
            <a:lvl3pPr marL="5120640" indent="0">
              <a:buNone/>
              <a:defRPr sz="10080" b="1"/>
            </a:lvl3pPr>
            <a:lvl4pPr marL="7680960" indent="0">
              <a:buNone/>
              <a:defRPr sz="8960" b="1"/>
            </a:lvl4pPr>
            <a:lvl5pPr marL="10241280" indent="0">
              <a:buNone/>
              <a:defRPr sz="8960" b="1"/>
            </a:lvl5pPr>
            <a:lvl6pPr marL="12801600" indent="0">
              <a:buNone/>
              <a:defRPr sz="8960" b="1"/>
            </a:lvl6pPr>
            <a:lvl7pPr marL="15361920" indent="0">
              <a:buNone/>
              <a:defRPr sz="8960" b="1"/>
            </a:lvl7pPr>
            <a:lvl8pPr marL="17922240" indent="0">
              <a:buNone/>
              <a:defRPr sz="8960" b="1"/>
            </a:lvl8pPr>
            <a:lvl9pPr marL="20482560" indent="0">
              <a:buNone/>
              <a:defRPr sz="89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923243" y="18704560"/>
            <a:ext cx="21769390" cy="275115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8964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310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65339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3413760"/>
            <a:ext cx="16515397" cy="11948160"/>
          </a:xfrm>
        </p:spPr>
        <p:txBody>
          <a:bodyPr anchor="b"/>
          <a:lstStyle>
            <a:lvl1pPr>
              <a:defRPr sz="17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69390" y="7372785"/>
            <a:ext cx="25923240" cy="36389733"/>
          </a:xfrm>
        </p:spPr>
        <p:txBody>
          <a:bodyPr/>
          <a:lstStyle>
            <a:lvl1pPr>
              <a:defRPr sz="17920"/>
            </a:lvl1pPr>
            <a:lvl2pPr>
              <a:defRPr sz="15680"/>
            </a:lvl2pPr>
            <a:lvl3pPr>
              <a:defRPr sz="13440"/>
            </a:lvl3pPr>
            <a:lvl4pPr>
              <a:defRPr sz="11200"/>
            </a:lvl4pPr>
            <a:lvl5pPr>
              <a:defRPr sz="11200"/>
            </a:lvl5pPr>
            <a:lvl6pPr>
              <a:defRPr sz="11200"/>
            </a:lvl6pPr>
            <a:lvl7pPr>
              <a:defRPr sz="11200"/>
            </a:lvl7pPr>
            <a:lvl8pPr>
              <a:defRPr sz="11200"/>
            </a:lvl8pPr>
            <a:lvl9pPr>
              <a:defRPr sz="1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0" y="15361920"/>
            <a:ext cx="16515397" cy="28459857"/>
          </a:xfrm>
        </p:spPr>
        <p:txBody>
          <a:bodyPr/>
          <a:lstStyle>
            <a:lvl1pPr marL="0" indent="0">
              <a:buNone/>
              <a:defRPr sz="8960"/>
            </a:lvl1pPr>
            <a:lvl2pPr marL="2560320" indent="0">
              <a:buNone/>
              <a:defRPr sz="7840"/>
            </a:lvl2pPr>
            <a:lvl3pPr marL="5120640" indent="0">
              <a:buNone/>
              <a:defRPr sz="6720"/>
            </a:lvl3pPr>
            <a:lvl4pPr marL="7680960" indent="0">
              <a:buNone/>
              <a:defRPr sz="5600"/>
            </a:lvl4pPr>
            <a:lvl5pPr marL="10241280" indent="0">
              <a:buNone/>
              <a:defRPr sz="5600"/>
            </a:lvl5pPr>
            <a:lvl6pPr marL="12801600" indent="0">
              <a:buNone/>
              <a:defRPr sz="5600"/>
            </a:lvl6pPr>
            <a:lvl7pPr marL="15361920" indent="0">
              <a:buNone/>
              <a:defRPr sz="5600"/>
            </a:lvl7pPr>
            <a:lvl8pPr marL="17922240" indent="0">
              <a:buNone/>
              <a:defRPr sz="5600"/>
            </a:lvl8pPr>
            <a:lvl9pPr marL="20482560" indent="0">
              <a:buNone/>
              <a:defRPr sz="5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77192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3413760"/>
            <a:ext cx="16515397" cy="11948160"/>
          </a:xfrm>
        </p:spPr>
        <p:txBody>
          <a:bodyPr anchor="b"/>
          <a:lstStyle>
            <a:lvl1pPr>
              <a:defRPr sz="179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769390" y="7372785"/>
            <a:ext cx="25923240" cy="36389733"/>
          </a:xfrm>
        </p:spPr>
        <p:txBody>
          <a:bodyPr anchor="t"/>
          <a:lstStyle>
            <a:lvl1pPr marL="0" indent="0">
              <a:buNone/>
              <a:defRPr sz="17920"/>
            </a:lvl1pPr>
            <a:lvl2pPr marL="2560320" indent="0">
              <a:buNone/>
              <a:defRPr sz="15680"/>
            </a:lvl2pPr>
            <a:lvl3pPr marL="5120640" indent="0">
              <a:buNone/>
              <a:defRPr sz="13440"/>
            </a:lvl3pPr>
            <a:lvl4pPr marL="7680960" indent="0">
              <a:buNone/>
              <a:defRPr sz="11200"/>
            </a:lvl4pPr>
            <a:lvl5pPr marL="10241280" indent="0">
              <a:buNone/>
              <a:defRPr sz="11200"/>
            </a:lvl5pPr>
            <a:lvl6pPr marL="12801600" indent="0">
              <a:buNone/>
              <a:defRPr sz="11200"/>
            </a:lvl6pPr>
            <a:lvl7pPr marL="15361920" indent="0">
              <a:buNone/>
              <a:defRPr sz="11200"/>
            </a:lvl7pPr>
            <a:lvl8pPr marL="17922240" indent="0">
              <a:buNone/>
              <a:defRPr sz="11200"/>
            </a:lvl8pPr>
            <a:lvl9pPr marL="20482560" indent="0">
              <a:buNone/>
              <a:defRPr sz="1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0" y="15361920"/>
            <a:ext cx="16515397" cy="28459857"/>
          </a:xfrm>
        </p:spPr>
        <p:txBody>
          <a:bodyPr/>
          <a:lstStyle>
            <a:lvl1pPr marL="0" indent="0">
              <a:buNone/>
              <a:defRPr sz="8960"/>
            </a:lvl1pPr>
            <a:lvl2pPr marL="2560320" indent="0">
              <a:buNone/>
              <a:defRPr sz="7840"/>
            </a:lvl2pPr>
            <a:lvl3pPr marL="5120640" indent="0">
              <a:buNone/>
              <a:defRPr sz="6720"/>
            </a:lvl3pPr>
            <a:lvl4pPr marL="7680960" indent="0">
              <a:buNone/>
              <a:defRPr sz="5600"/>
            </a:lvl4pPr>
            <a:lvl5pPr marL="10241280" indent="0">
              <a:buNone/>
              <a:defRPr sz="5600"/>
            </a:lvl5pPr>
            <a:lvl6pPr marL="12801600" indent="0">
              <a:buNone/>
              <a:defRPr sz="5600"/>
            </a:lvl6pPr>
            <a:lvl7pPr marL="15361920" indent="0">
              <a:buNone/>
              <a:defRPr sz="5600"/>
            </a:lvl7pPr>
            <a:lvl8pPr marL="17922240" indent="0">
              <a:buNone/>
              <a:defRPr sz="5600"/>
            </a:lvl8pPr>
            <a:lvl9pPr marL="20482560" indent="0">
              <a:buNone/>
              <a:defRPr sz="5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3765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3985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644583" y="2726267"/>
            <a:ext cx="11041380" cy="433950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20443" y="2726267"/>
            <a:ext cx="32484060" cy="433950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14AE1A-0DF6-4CC2-9F1C-1479A0385F19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77228-8ACF-48D5-B01C-9CCA05E521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6858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14">
            <a:extLst>
              <a:ext uri="{FF2B5EF4-FFF2-40B4-BE49-F238E27FC236}">
                <a16:creationId xmlns:a16="http://schemas.microsoft.com/office/drawing/2014/main" id="{B043BB81-51F2-4AFA-A891-3DF777FBA2A2}"/>
              </a:ext>
            </a:extLst>
          </p:cNvPr>
          <p:cNvSpPr/>
          <p:nvPr userDrawn="1"/>
        </p:nvSpPr>
        <p:spPr>
          <a:xfrm>
            <a:off x="-1" y="0"/>
            <a:ext cx="51206402" cy="73789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134" dirty="0"/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8FEDAC1B-EE64-4FA3-832D-8CEC216424C1}"/>
              </a:ext>
            </a:extLst>
          </p:cNvPr>
          <p:cNvGrpSpPr/>
          <p:nvPr userDrawn="1"/>
        </p:nvGrpSpPr>
        <p:grpSpPr>
          <a:xfrm>
            <a:off x="-5276703" y="-3804816"/>
            <a:ext cx="98943254" cy="59193703"/>
            <a:chOff x="-3338673" y="-3209960"/>
            <a:chExt cx="62603326" cy="49939182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4433A3A1-CEAB-4053-ACFC-6D07194B9515}"/>
                </a:ext>
              </a:extLst>
            </p:cNvPr>
            <p:cNvSpPr/>
            <p:nvPr userDrawn="1"/>
          </p:nvSpPr>
          <p:spPr>
            <a:xfrm rot="16200000">
              <a:off x="24123133" y="19612122"/>
              <a:ext cx="21880174" cy="13491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3038" b="1" cap="all" dirty="0">
                  <a:solidFill>
                    <a:schemeClr val="bg2">
                      <a:lumMod val="90000"/>
                    </a:schemeClr>
                  </a:solidFill>
                  <a:latin typeface="Arial Black" panose="020B0A04020102020204" pitchFamily="34" charset="0"/>
                  <a:cs typeface="Arial" panose="020B0604020202020204" pitchFamily="34" charset="0"/>
                </a:rPr>
                <a:t>Non-printable area</a:t>
              </a:r>
              <a:endParaRPr lang="es-ES" sz="13038" b="1" dirty="0">
                <a:solidFill>
                  <a:schemeClr val="bg2">
                    <a:lumMod val="9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41F78010-B771-4214-BD97-1049F5100FD7}"/>
                </a:ext>
              </a:extLst>
            </p:cNvPr>
            <p:cNvSpPr/>
            <p:nvPr userDrawn="1"/>
          </p:nvSpPr>
          <p:spPr>
            <a:xfrm>
              <a:off x="-287905" y="44930294"/>
              <a:ext cx="32687193" cy="17989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3038" b="1" cap="all" dirty="0">
                  <a:solidFill>
                    <a:schemeClr val="bg2">
                      <a:lumMod val="90000"/>
                    </a:schemeClr>
                  </a:solidFill>
                  <a:latin typeface="Arial Black" panose="020B0A04020102020204" pitchFamily="34" charset="0"/>
                  <a:cs typeface="Arial" panose="020B0604020202020204" pitchFamily="34" charset="0"/>
                </a:rPr>
                <a:t>Non-printable area</a:t>
              </a:r>
              <a:endParaRPr lang="es-ES" sz="13038" b="1" dirty="0">
                <a:solidFill>
                  <a:schemeClr val="bg2">
                    <a:lumMod val="9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08A363D9-86EC-48D0-A735-36E7CEBED265}"/>
                </a:ext>
              </a:extLst>
            </p:cNvPr>
            <p:cNvSpPr/>
            <p:nvPr userDrawn="1"/>
          </p:nvSpPr>
          <p:spPr>
            <a:xfrm rot="16200000">
              <a:off x="-13604187" y="19612122"/>
              <a:ext cx="21880174" cy="13491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3038" b="1" cap="all" dirty="0">
                  <a:solidFill>
                    <a:schemeClr val="bg2">
                      <a:lumMod val="90000"/>
                    </a:schemeClr>
                  </a:solidFill>
                  <a:latin typeface="Arial Black" panose="020B0A04020102020204" pitchFamily="34" charset="0"/>
                  <a:cs typeface="Arial" panose="020B0604020202020204" pitchFamily="34" charset="0"/>
                </a:rPr>
                <a:t>Non-printable area</a:t>
              </a:r>
              <a:endParaRPr lang="es-ES" sz="13038" b="1" dirty="0">
                <a:solidFill>
                  <a:schemeClr val="bg2">
                    <a:lumMod val="9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44DBF133-66FC-401C-A3C2-2840E4B8942E}"/>
                </a:ext>
              </a:extLst>
            </p:cNvPr>
            <p:cNvSpPr/>
            <p:nvPr userDrawn="1"/>
          </p:nvSpPr>
          <p:spPr>
            <a:xfrm>
              <a:off x="-135505" y="-3209960"/>
              <a:ext cx="32687193" cy="17989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3038" b="1" cap="all" dirty="0">
                  <a:solidFill>
                    <a:schemeClr val="bg2">
                      <a:lumMod val="90000"/>
                    </a:schemeClr>
                  </a:solidFill>
                  <a:latin typeface="Arial Black" panose="020B0A04020102020204" pitchFamily="34" charset="0"/>
                  <a:cs typeface="Arial" panose="020B0604020202020204" pitchFamily="34" charset="0"/>
                </a:rPr>
                <a:t>Non-printable area</a:t>
              </a:r>
              <a:endParaRPr lang="es-ES" sz="13038" b="1" dirty="0">
                <a:solidFill>
                  <a:schemeClr val="bg2">
                    <a:lumMod val="90000"/>
                  </a:schemeClr>
                </a:solidFill>
                <a:latin typeface="Arial Black" panose="020B0A040201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2" name="Imagen 21">
              <a:extLst>
                <a:ext uri="{FF2B5EF4-FFF2-40B4-BE49-F238E27FC236}">
                  <a16:creationId xmlns:a16="http://schemas.microsoft.com/office/drawing/2014/main" id="{296D911A-251E-45D2-8E5D-74DABE10BC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5955772" y="-2060415"/>
              <a:ext cx="23308881" cy="46990709"/>
            </a:xfrm>
            <a:prstGeom prst="rect">
              <a:avLst/>
            </a:prstGeom>
          </p:spPr>
        </p:pic>
      </p:grpSp>
      <p:pic>
        <p:nvPicPr>
          <p:cNvPr id="2" name="Imagen 1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A1BB87AE-5681-0BDF-839D-0C5EA4DAD4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143" y="665233"/>
            <a:ext cx="7310961" cy="5558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868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20440" y="2726278"/>
            <a:ext cx="44165520" cy="98975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0440" y="13631334"/>
            <a:ext cx="44165520" cy="324899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20440" y="47460758"/>
            <a:ext cx="11521440" cy="27262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4AE1A-0DF6-4CC2-9F1C-1479A0385F19}" type="datetimeFigureOut">
              <a:rPr lang="es-ES" smtClean="0"/>
              <a:t>13/12/2025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20" y="47460758"/>
            <a:ext cx="17282160" cy="27262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164520" y="47460758"/>
            <a:ext cx="11521440" cy="27262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377228-8ACF-48D5-B01C-9CCA05E5210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8472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684" r:id="rId12"/>
  </p:sldLayoutIdLst>
  <p:txStyles>
    <p:titleStyle>
      <a:lvl1pPr algn="l" defTabSz="5120640" rtl="0" eaLnBrk="1" latinLnBrk="0" hangingPunct="1">
        <a:lnSpc>
          <a:spcPct val="90000"/>
        </a:lnSpc>
        <a:spcBef>
          <a:spcPct val="0"/>
        </a:spcBef>
        <a:buNone/>
        <a:defRPr sz="24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0160" indent="-1280160" algn="l" defTabSz="5120640" rtl="0" eaLnBrk="1" latinLnBrk="0" hangingPunct="1">
        <a:lnSpc>
          <a:spcPct val="90000"/>
        </a:lnSpc>
        <a:spcBef>
          <a:spcPts val="5600"/>
        </a:spcBef>
        <a:buFont typeface="Arial" panose="020B0604020202020204" pitchFamily="34" charset="0"/>
        <a:buChar char="•"/>
        <a:defRPr sz="15680" kern="1200">
          <a:solidFill>
            <a:schemeClr val="tx1"/>
          </a:solidFill>
          <a:latin typeface="+mn-lt"/>
          <a:ea typeface="+mn-ea"/>
          <a:cs typeface="+mn-cs"/>
        </a:defRPr>
      </a:lvl1pPr>
      <a:lvl2pPr marL="384048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1200" kern="1200">
          <a:solidFill>
            <a:schemeClr val="tx1"/>
          </a:solidFill>
          <a:latin typeface="+mn-lt"/>
          <a:ea typeface="+mn-ea"/>
          <a:cs typeface="+mn-cs"/>
        </a:defRPr>
      </a:lvl3pPr>
      <a:lvl4pPr marL="896112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4pPr>
      <a:lvl5pPr marL="1152144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5pPr>
      <a:lvl6pPr marL="1408176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6pPr>
      <a:lvl7pPr marL="1664208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8pPr>
      <a:lvl9pPr marL="21762720" indent="-1280160" algn="l" defTabSz="5120640" rtl="0" eaLnBrk="1" latinLnBrk="0" hangingPunct="1">
        <a:lnSpc>
          <a:spcPct val="90000"/>
        </a:lnSpc>
        <a:spcBef>
          <a:spcPts val="28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56032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2pPr>
      <a:lvl3pPr marL="512064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4pPr>
      <a:lvl5pPr marL="1024128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5pPr>
      <a:lvl6pPr marL="1280160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6pPr>
      <a:lvl7pPr marL="1536192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7pPr>
      <a:lvl8pPr marL="1792224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8pPr>
      <a:lvl9pPr marL="20482560" algn="l" defTabSz="5120640" rtl="0" eaLnBrk="1" latinLnBrk="0" hangingPunct="1">
        <a:defRPr sz="10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9107E-A2B3-BD1F-0873-7655D2DBD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1E8CB08B-E107-9FA6-C9EF-D6EE574507B3}"/>
              </a:ext>
            </a:extLst>
          </p:cNvPr>
          <p:cNvCxnSpPr>
            <a:cxnSpLocks/>
          </p:cNvCxnSpPr>
          <p:nvPr/>
        </p:nvCxnSpPr>
        <p:spPr>
          <a:xfrm flipH="1">
            <a:off x="20520732" y="28246625"/>
            <a:ext cx="4386806" cy="0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Rectangle 85">
            <a:extLst>
              <a:ext uri="{FF2B5EF4-FFF2-40B4-BE49-F238E27FC236}">
                <a16:creationId xmlns:a16="http://schemas.microsoft.com/office/drawing/2014/main" id="{0780F891-16E4-6F3B-DF26-3D69AC0A64E4}"/>
              </a:ext>
            </a:extLst>
          </p:cNvPr>
          <p:cNvSpPr/>
          <p:nvPr/>
        </p:nvSpPr>
        <p:spPr>
          <a:xfrm>
            <a:off x="29523440" y="30872282"/>
            <a:ext cx="21035918" cy="8234439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58"/>
          </a:p>
        </p:txBody>
      </p: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D1138FEF-F07E-7E36-189E-2092AEFFE88E}"/>
              </a:ext>
            </a:extLst>
          </p:cNvPr>
          <p:cNvCxnSpPr>
            <a:cxnSpLocks/>
          </p:cNvCxnSpPr>
          <p:nvPr/>
        </p:nvCxnSpPr>
        <p:spPr>
          <a:xfrm>
            <a:off x="6419971" y="13872951"/>
            <a:ext cx="0" cy="7763840"/>
          </a:xfrm>
          <a:prstGeom prst="straightConnector1">
            <a:avLst/>
          </a:prstGeom>
          <a:ln w="123825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7600617-785D-CB8B-8C36-E762F1843C75}"/>
              </a:ext>
            </a:extLst>
          </p:cNvPr>
          <p:cNvCxnSpPr>
            <a:cxnSpLocks/>
          </p:cNvCxnSpPr>
          <p:nvPr/>
        </p:nvCxnSpPr>
        <p:spPr>
          <a:xfrm>
            <a:off x="11211776" y="14131016"/>
            <a:ext cx="0" cy="10096763"/>
          </a:xfrm>
          <a:prstGeom prst="straightConnector1">
            <a:avLst/>
          </a:prstGeom>
          <a:ln w="123825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481F431D-47E6-0F67-AA0D-E98742A90218}"/>
              </a:ext>
            </a:extLst>
          </p:cNvPr>
          <p:cNvSpPr txBox="1"/>
          <p:nvPr/>
        </p:nvSpPr>
        <p:spPr>
          <a:xfrm>
            <a:off x="30060095" y="31667128"/>
            <a:ext cx="19593157" cy="6765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534" b="1" u="sng" dirty="0">
                <a:cs typeface="Arial" panose="020B0604020202020204" pitchFamily="34" charset="0"/>
              </a:rPr>
              <a:t>Key</a:t>
            </a:r>
            <a:r>
              <a:rPr lang="en-GB" sz="8534" b="1" u="sng" dirty="0">
                <a:latin typeface="+mj-lt"/>
                <a:cs typeface="Arial" panose="020B0604020202020204" pitchFamily="34" charset="0"/>
              </a:rPr>
              <a:t>	</a:t>
            </a:r>
            <a:r>
              <a:rPr lang="en-GB" sz="8534" b="1" dirty="0">
                <a:latin typeface="+mj-lt"/>
                <a:cs typeface="Arial" panose="020B0604020202020204" pitchFamily="34" charset="0"/>
              </a:rPr>
              <a:t>		</a:t>
            </a:r>
            <a:r>
              <a:rPr lang="en-GB" sz="8534" dirty="0">
                <a:latin typeface="+mj-lt"/>
                <a:cs typeface="Arial" panose="020B0604020202020204" pitchFamily="34" charset="0"/>
              </a:rPr>
              <a:t>		  </a:t>
            </a:r>
          </a:p>
          <a:p>
            <a:r>
              <a:rPr lang="en-GB" sz="8534" i="1" dirty="0">
                <a:solidFill>
                  <a:srgbClr val="FF0000"/>
                </a:solidFill>
              </a:rPr>
              <a:t>						Delete after transcription</a:t>
            </a:r>
            <a:endParaRPr lang="en-GB" sz="8534" dirty="0">
              <a:latin typeface="+mj-lt"/>
              <a:cs typeface="Arial" panose="020B0604020202020204" pitchFamily="34" charset="0"/>
            </a:endParaRPr>
          </a:p>
          <a:p>
            <a:r>
              <a:rPr lang="en-GB" sz="8534" dirty="0">
                <a:latin typeface="+mj-lt"/>
                <a:cs typeface="Arial" panose="020B0604020202020204" pitchFamily="34" charset="0"/>
              </a:rPr>
              <a:t>JW  			Jessops Wing Hospital</a:t>
            </a:r>
          </a:p>
          <a:p>
            <a:r>
              <a:rPr lang="en-GB" sz="8534" dirty="0">
                <a:latin typeface="+mj-lt"/>
                <a:cs typeface="Arial" panose="020B0604020202020204" pitchFamily="34" charset="0"/>
              </a:rPr>
              <a:t>STH  		Sheffield Teaching Hospitals</a:t>
            </a:r>
          </a:p>
          <a:p>
            <a:r>
              <a:rPr lang="en-GB" sz="8534" dirty="0">
                <a:latin typeface="+mj-lt"/>
                <a:cs typeface="Arial" panose="020B0604020202020204" pitchFamily="34" charset="0"/>
              </a:rPr>
              <a:t>NIPE  	Newborn Infant Physical Examination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358E3EF-7F54-08ED-B54F-9A7C60ED8BFE}"/>
              </a:ext>
            </a:extLst>
          </p:cNvPr>
          <p:cNvCxnSpPr>
            <a:cxnSpLocks/>
          </p:cNvCxnSpPr>
          <p:nvPr/>
        </p:nvCxnSpPr>
        <p:spPr>
          <a:xfrm>
            <a:off x="3348480" y="21636790"/>
            <a:ext cx="1" cy="3736342"/>
          </a:xfrm>
          <a:prstGeom prst="straightConnector1">
            <a:avLst/>
          </a:prstGeom>
          <a:ln w="123825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86674BA-5F43-BB19-A25C-A8790A7DDDAF}"/>
              </a:ext>
            </a:extLst>
          </p:cNvPr>
          <p:cNvCxnSpPr>
            <a:cxnSpLocks/>
          </p:cNvCxnSpPr>
          <p:nvPr/>
        </p:nvCxnSpPr>
        <p:spPr>
          <a:xfrm flipH="1" flipV="1">
            <a:off x="30621617" y="25090713"/>
            <a:ext cx="5232313" cy="109869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F70F419A-8A5D-D227-FB59-360A3C736851}"/>
              </a:ext>
            </a:extLst>
          </p:cNvPr>
          <p:cNvCxnSpPr>
            <a:cxnSpLocks/>
          </p:cNvCxnSpPr>
          <p:nvPr/>
        </p:nvCxnSpPr>
        <p:spPr>
          <a:xfrm>
            <a:off x="25992321" y="40940577"/>
            <a:ext cx="14503646" cy="0"/>
          </a:xfrm>
          <a:prstGeom prst="straightConnector1">
            <a:avLst/>
          </a:prstGeom>
          <a:ln w="123825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90C2C0CD-63B3-7F83-E823-13CBBD75CF49}"/>
              </a:ext>
            </a:extLst>
          </p:cNvPr>
          <p:cNvCxnSpPr>
            <a:cxnSpLocks/>
          </p:cNvCxnSpPr>
          <p:nvPr/>
        </p:nvCxnSpPr>
        <p:spPr>
          <a:xfrm flipH="1">
            <a:off x="14699386" y="40940577"/>
            <a:ext cx="4733770" cy="0"/>
          </a:xfrm>
          <a:prstGeom prst="straightConnector1">
            <a:avLst/>
          </a:prstGeom>
          <a:ln w="123825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6D88FEC4-D3BC-4E81-BC22-2BAC7E5BC633}"/>
              </a:ext>
            </a:extLst>
          </p:cNvPr>
          <p:cNvCxnSpPr>
            <a:cxnSpLocks/>
          </p:cNvCxnSpPr>
          <p:nvPr/>
        </p:nvCxnSpPr>
        <p:spPr>
          <a:xfrm>
            <a:off x="25992321" y="40940577"/>
            <a:ext cx="4880820" cy="0"/>
          </a:xfrm>
          <a:prstGeom prst="straightConnector1">
            <a:avLst/>
          </a:prstGeom>
          <a:ln w="123825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699963E5-6E05-0B1A-8B7D-E0E095549CCF}"/>
              </a:ext>
            </a:extLst>
          </p:cNvPr>
          <p:cNvSpPr/>
          <p:nvPr/>
        </p:nvSpPr>
        <p:spPr>
          <a:xfrm>
            <a:off x="31122037" y="-2631362"/>
            <a:ext cx="8938499" cy="26968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534" dirty="0">
                <a:solidFill>
                  <a:schemeClr val="tx1"/>
                </a:solidFill>
                <a:latin typeface="+mj-lt"/>
              </a:rPr>
              <a:t>Patient</a:t>
            </a:r>
          </a:p>
          <a:p>
            <a:pPr algn="ctr"/>
            <a:r>
              <a:rPr lang="en-GB" sz="8534" dirty="0">
                <a:solidFill>
                  <a:schemeClr val="tx1"/>
                </a:solidFill>
                <a:latin typeface="+mj-lt"/>
              </a:rPr>
              <a:t>(heart sounds only)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7FFCBA6-5DF1-C5B6-E397-C91E1F67C333}"/>
              </a:ext>
            </a:extLst>
          </p:cNvPr>
          <p:cNvSpPr/>
          <p:nvPr/>
        </p:nvSpPr>
        <p:spPr>
          <a:xfrm>
            <a:off x="31122036" y="1116813"/>
            <a:ext cx="6241499" cy="2723915"/>
          </a:xfrm>
          <a:custGeom>
            <a:avLst/>
            <a:gdLst>
              <a:gd name="connsiteX0" fmla="*/ 0 w 3314700"/>
              <a:gd name="connsiteY0" fmla="*/ 0 h 2275190"/>
              <a:gd name="connsiteX1" fmla="*/ 3314700 w 3314700"/>
              <a:gd name="connsiteY1" fmla="*/ 0 h 2275190"/>
              <a:gd name="connsiteX2" fmla="*/ 3314700 w 3314700"/>
              <a:gd name="connsiteY2" fmla="*/ 2275190 h 2275190"/>
              <a:gd name="connsiteX3" fmla="*/ 0 w 3314700"/>
              <a:gd name="connsiteY3" fmla="*/ 2275190 h 2275190"/>
              <a:gd name="connsiteX4" fmla="*/ 0 w 3314700"/>
              <a:gd name="connsiteY4" fmla="*/ 0 h 2275190"/>
              <a:gd name="connsiteX0" fmla="*/ 3314700 w 3406140"/>
              <a:gd name="connsiteY0" fmla="*/ 2275190 h 2275190"/>
              <a:gd name="connsiteX1" fmla="*/ 0 w 3406140"/>
              <a:gd name="connsiteY1" fmla="*/ 2275190 h 2275190"/>
              <a:gd name="connsiteX2" fmla="*/ 0 w 3406140"/>
              <a:gd name="connsiteY2" fmla="*/ 0 h 2275190"/>
              <a:gd name="connsiteX3" fmla="*/ 3406140 w 3406140"/>
              <a:gd name="connsiteY3" fmla="*/ 91440 h 2275190"/>
              <a:gd name="connsiteX0" fmla="*/ 3314700 w 3314700"/>
              <a:gd name="connsiteY0" fmla="*/ 2298050 h 2298050"/>
              <a:gd name="connsiteX1" fmla="*/ 0 w 3314700"/>
              <a:gd name="connsiteY1" fmla="*/ 2298050 h 2298050"/>
              <a:gd name="connsiteX2" fmla="*/ 0 w 3314700"/>
              <a:gd name="connsiteY2" fmla="*/ 22860 h 2298050"/>
              <a:gd name="connsiteX3" fmla="*/ 3291840 w 3314700"/>
              <a:gd name="connsiteY3" fmla="*/ 0 h 229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4700" h="2298050">
                <a:moveTo>
                  <a:pt x="3314700" y="2298050"/>
                </a:moveTo>
                <a:lnTo>
                  <a:pt x="0" y="2298050"/>
                </a:lnTo>
                <a:lnTo>
                  <a:pt x="0" y="22860"/>
                </a:lnTo>
                <a:lnTo>
                  <a:pt x="3291840" y="0"/>
                </a:lnTo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534" dirty="0">
                <a:solidFill>
                  <a:schemeClr val="tx1"/>
                </a:solidFill>
                <a:latin typeface="+mj-lt"/>
              </a:rPr>
              <a:t>Eko CORE</a:t>
            </a:r>
          </a:p>
          <a:p>
            <a:pPr algn="ctr"/>
            <a:r>
              <a:rPr lang="en-GB" sz="8534" dirty="0">
                <a:solidFill>
                  <a:schemeClr val="tx1"/>
                </a:solidFill>
                <a:latin typeface="+mj-lt"/>
              </a:rPr>
              <a:t>stethoscope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019ADABA-F2B6-8890-8ADC-09E6FC994EFD}"/>
              </a:ext>
            </a:extLst>
          </p:cNvPr>
          <p:cNvCxnSpPr>
            <a:cxnSpLocks/>
          </p:cNvCxnSpPr>
          <p:nvPr/>
        </p:nvCxnSpPr>
        <p:spPr>
          <a:xfrm flipH="1">
            <a:off x="33975774" y="44656"/>
            <a:ext cx="22118" cy="1138517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Rectangle 40">
            <a:extLst>
              <a:ext uri="{FF2B5EF4-FFF2-40B4-BE49-F238E27FC236}">
                <a16:creationId xmlns:a16="http://schemas.microsoft.com/office/drawing/2014/main" id="{59D954D3-1E6E-56BB-0AD1-448320AB51D7}"/>
              </a:ext>
            </a:extLst>
          </p:cNvPr>
          <p:cNvSpPr/>
          <p:nvPr/>
        </p:nvSpPr>
        <p:spPr>
          <a:xfrm>
            <a:off x="18836733" y="17132785"/>
            <a:ext cx="33786257" cy="1860543"/>
          </a:xfrm>
          <a:custGeom>
            <a:avLst/>
            <a:gdLst>
              <a:gd name="connsiteX0" fmla="*/ 0 w 3314700"/>
              <a:gd name="connsiteY0" fmla="*/ 0 h 2275190"/>
              <a:gd name="connsiteX1" fmla="*/ 3314700 w 3314700"/>
              <a:gd name="connsiteY1" fmla="*/ 0 h 2275190"/>
              <a:gd name="connsiteX2" fmla="*/ 3314700 w 3314700"/>
              <a:gd name="connsiteY2" fmla="*/ 2275190 h 2275190"/>
              <a:gd name="connsiteX3" fmla="*/ 0 w 3314700"/>
              <a:gd name="connsiteY3" fmla="*/ 2275190 h 2275190"/>
              <a:gd name="connsiteX4" fmla="*/ 0 w 3314700"/>
              <a:gd name="connsiteY4" fmla="*/ 0 h 2275190"/>
              <a:gd name="connsiteX0" fmla="*/ 3314700 w 3406140"/>
              <a:gd name="connsiteY0" fmla="*/ 2275190 h 2275190"/>
              <a:gd name="connsiteX1" fmla="*/ 0 w 3406140"/>
              <a:gd name="connsiteY1" fmla="*/ 2275190 h 2275190"/>
              <a:gd name="connsiteX2" fmla="*/ 0 w 3406140"/>
              <a:gd name="connsiteY2" fmla="*/ 0 h 2275190"/>
              <a:gd name="connsiteX3" fmla="*/ 3406140 w 3406140"/>
              <a:gd name="connsiteY3" fmla="*/ 91440 h 2275190"/>
              <a:gd name="connsiteX0" fmla="*/ 3314700 w 3314700"/>
              <a:gd name="connsiteY0" fmla="*/ 2298050 h 2298050"/>
              <a:gd name="connsiteX1" fmla="*/ 0 w 3314700"/>
              <a:gd name="connsiteY1" fmla="*/ 2298050 h 2298050"/>
              <a:gd name="connsiteX2" fmla="*/ 0 w 3314700"/>
              <a:gd name="connsiteY2" fmla="*/ 22860 h 2298050"/>
              <a:gd name="connsiteX3" fmla="*/ 3291840 w 3314700"/>
              <a:gd name="connsiteY3" fmla="*/ 0 h 229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4700" h="2298050">
                <a:moveTo>
                  <a:pt x="3314700" y="2298050"/>
                </a:moveTo>
                <a:lnTo>
                  <a:pt x="0" y="2298050"/>
                </a:lnTo>
                <a:lnTo>
                  <a:pt x="0" y="22860"/>
                </a:lnTo>
                <a:lnTo>
                  <a:pt x="3291840" y="0"/>
                </a:lnTo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534" dirty="0">
                <a:solidFill>
                  <a:schemeClr val="tx1"/>
                </a:solidFill>
                <a:latin typeface="+mj-lt"/>
              </a:rPr>
              <a:t>STH NHS computer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8B5161A-3429-3015-8C88-6B1F554F27C3}"/>
              </a:ext>
            </a:extLst>
          </p:cNvPr>
          <p:cNvSpPr/>
          <p:nvPr/>
        </p:nvSpPr>
        <p:spPr>
          <a:xfrm>
            <a:off x="23405075" y="11554902"/>
            <a:ext cx="6550146" cy="26968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534" dirty="0">
                <a:solidFill>
                  <a:schemeClr val="tx1"/>
                </a:solidFill>
                <a:latin typeface="+mj-lt"/>
              </a:rPr>
              <a:t>Paper consent form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FB07726-2E15-C225-64CA-B4BFEA6E8D43}"/>
              </a:ext>
            </a:extLst>
          </p:cNvPr>
          <p:cNvCxnSpPr/>
          <p:nvPr/>
        </p:nvCxnSpPr>
        <p:spPr>
          <a:xfrm>
            <a:off x="24907538" y="8857330"/>
            <a:ext cx="0" cy="2719782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D5D03E7-2E62-6F7D-C1A2-C985EE7E7B0E}"/>
              </a:ext>
            </a:extLst>
          </p:cNvPr>
          <p:cNvCxnSpPr/>
          <p:nvPr/>
        </p:nvCxnSpPr>
        <p:spPr>
          <a:xfrm>
            <a:off x="28991281" y="14328779"/>
            <a:ext cx="0" cy="2719782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CB6AC13E-C653-4378-C5AA-5DA6352A43FD}"/>
              </a:ext>
            </a:extLst>
          </p:cNvPr>
          <p:cNvSpPr/>
          <p:nvPr/>
        </p:nvSpPr>
        <p:spPr>
          <a:xfrm>
            <a:off x="15507422" y="11554902"/>
            <a:ext cx="6989657" cy="26968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534" dirty="0">
                <a:solidFill>
                  <a:schemeClr val="tx1"/>
                </a:solidFill>
                <a:latin typeface="+mj-lt"/>
              </a:rPr>
              <a:t>Paper questionnaire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A0E3343-DF2C-D925-9F25-26DB15D46B16}"/>
              </a:ext>
            </a:extLst>
          </p:cNvPr>
          <p:cNvSpPr/>
          <p:nvPr/>
        </p:nvSpPr>
        <p:spPr>
          <a:xfrm>
            <a:off x="17053823" y="6108730"/>
            <a:ext cx="8938499" cy="26968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534" dirty="0">
                <a:solidFill>
                  <a:schemeClr val="tx1"/>
                </a:solidFill>
                <a:latin typeface="+mj-lt"/>
              </a:rPr>
              <a:t>Carer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9B8CBB3-5537-7AB1-DC6D-EACE4C75F1B4}"/>
              </a:ext>
            </a:extLst>
          </p:cNvPr>
          <p:cNvCxnSpPr/>
          <p:nvPr/>
        </p:nvCxnSpPr>
        <p:spPr>
          <a:xfrm>
            <a:off x="20030201" y="8900548"/>
            <a:ext cx="0" cy="2719782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FB7775BB-312C-880E-CBC6-F5AA6767D356}"/>
              </a:ext>
            </a:extLst>
          </p:cNvPr>
          <p:cNvCxnSpPr/>
          <p:nvPr/>
        </p:nvCxnSpPr>
        <p:spPr>
          <a:xfrm>
            <a:off x="21511466" y="14372430"/>
            <a:ext cx="0" cy="2719782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6F39231-A90D-6E20-82DE-10F2CC3F5C38}"/>
              </a:ext>
            </a:extLst>
          </p:cNvPr>
          <p:cNvCxnSpPr>
            <a:cxnSpLocks/>
          </p:cNvCxnSpPr>
          <p:nvPr/>
        </p:nvCxnSpPr>
        <p:spPr>
          <a:xfrm>
            <a:off x="25304951" y="14207823"/>
            <a:ext cx="0" cy="1250209"/>
          </a:xfrm>
          <a:prstGeom prst="straightConnector1">
            <a:avLst/>
          </a:prstGeom>
          <a:ln w="123825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Arc 62">
            <a:extLst>
              <a:ext uri="{FF2B5EF4-FFF2-40B4-BE49-F238E27FC236}">
                <a16:creationId xmlns:a16="http://schemas.microsoft.com/office/drawing/2014/main" id="{090002A1-D41F-457D-613F-17A044D3E536}"/>
              </a:ext>
            </a:extLst>
          </p:cNvPr>
          <p:cNvSpPr/>
          <p:nvPr/>
        </p:nvSpPr>
        <p:spPr>
          <a:xfrm>
            <a:off x="21223133" y="15233536"/>
            <a:ext cx="576129" cy="576129"/>
          </a:xfrm>
          <a:prstGeom prst="arc">
            <a:avLst>
              <a:gd name="adj1" fmla="val 10911914"/>
              <a:gd name="adj2" fmla="val 0"/>
            </a:avLst>
          </a:prstGeom>
          <a:ln w="1238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845">
              <a:latin typeface="+mj-lt"/>
            </a:endParaRP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AFC414A7-4FAA-6A8E-1FE0-3145F03F00D1}"/>
              </a:ext>
            </a:extLst>
          </p:cNvPr>
          <p:cNvCxnSpPr>
            <a:cxnSpLocks/>
          </p:cNvCxnSpPr>
          <p:nvPr/>
        </p:nvCxnSpPr>
        <p:spPr>
          <a:xfrm flipH="1">
            <a:off x="21743014" y="15458028"/>
            <a:ext cx="3638538" cy="0"/>
          </a:xfrm>
          <a:prstGeom prst="straightConnector1">
            <a:avLst/>
          </a:prstGeom>
          <a:ln w="123825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09A2346-F652-4D20-22BA-C5CD34D23322}"/>
              </a:ext>
            </a:extLst>
          </p:cNvPr>
          <p:cNvCxnSpPr>
            <a:cxnSpLocks/>
          </p:cNvCxnSpPr>
          <p:nvPr/>
        </p:nvCxnSpPr>
        <p:spPr>
          <a:xfrm flipH="1">
            <a:off x="17613888" y="15458028"/>
            <a:ext cx="3638538" cy="0"/>
          </a:xfrm>
          <a:prstGeom prst="straightConnector1">
            <a:avLst/>
          </a:prstGeom>
          <a:ln w="123825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41EE1113-A010-7C45-89D6-6E6B8B945AEF}"/>
              </a:ext>
            </a:extLst>
          </p:cNvPr>
          <p:cNvCxnSpPr>
            <a:cxnSpLocks/>
          </p:cNvCxnSpPr>
          <p:nvPr/>
        </p:nvCxnSpPr>
        <p:spPr>
          <a:xfrm>
            <a:off x="17698808" y="15458031"/>
            <a:ext cx="0" cy="4808740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A8EE10B-1B91-C619-12AD-50C6859A33A6}"/>
              </a:ext>
            </a:extLst>
          </p:cNvPr>
          <p:cNvCxnSpPr>
            <a:cxnSpLocks/>
          </p:cNvCxnSpPr>
          <p:nvPr/>
        </p:nvCxnSpPr>
        <p:spPr>
          <a:xfrm>
            <a:off x="16320312" y="14289579"/>
            <a:ext cx="0" cy="5977188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4" name="Rectangle 40">
            <a:extLst>
              <a:ext uri="{FF2B5EF4-FFF2-40B4-BE49-F238E27FC236}">
                <a16:creationId xmlns:a16="http://schemas.microsoft.com/office/drawing/2014/main" id="{432560CF-555C-0333-C570-B66B226CBD1F}"/>
              </a:ext>
            </a:extLst>
          </p:cNvPr>
          <p:cNvSpPr/>
          <p:nvPr/>
        </p:nvSpPr>
        <p:spPr>
          <a:xfrm>
            <a:off x="13558582" y="20227928"/>
            <a:ext cx="8938498" cy="2723915"/>
          </a:xfrm>
          <a:custGeom>
            <a:avLst/>
            <a:gdLst>
              <a:gd name="connsiteX0" fmla="*/ 0 w 3314700"/>
              <a:gd name="connsiteY0" fmla="*/ 0 h 2275190"/>
              <a:gd name="connsiteX1" fmla="*/ 3314700 w 3314700"/>
              <a:gd name="connsiteY1" fmla="*/ 0 h 2275190"/>
              <a:gd name="connsiteX2" fmla="*/ 3314700 w 3314700"/>
              <a:gd name="connsiteY2" fmla="*/ 2275190 h 2275190"/>
              <a:gd name="connsiteX3" fmla="*/ 0 w 3314700"/>
              <a:gd name="connsiteY3" fmla="*/ 2275190 h 2275190"/>
              <a:gd name="connsiteX4" fmla="*/ 0 w 3314700"/>
              <a:gd name="connsiteY4" fmla="*/ 0 h 2275190"/>
              <a:gd name="connsiteX0" fmla="*/ 3314700 w 3406140"/>
              <a:gd name="connsiteY0" fmla="*/ 2275190 h 2275190"/>
              <a:gd name="connsiteX1" fmla="*/ 0 w 3406140"/>
              <a:gd name="connsiteY1" fmla="*/ 2275190 h 2275190"/>
              <a:gd name="connsiteX2" fmla="*/ 0 w 3406140"/>
              <a:gd name="connsiteY2" fmla="*/ 0 h 2275190"/>
              <a:gd name="connsiteX3" fmla="*/ 3406140 w 3406140"/>
              <a:gd name="connsiteY3" fmla="*/ 91440 h 2275190"/>
              <a:gd name="connsiteX0" fmla="*/ 3314700 w 3314700"/>
              <a:gd name="connsiteY0" fmla="*/ 2298050 h 2298050"/>
              <a:gd name="connsiteX1" fmla="*/ 0 w 3314700"/>
              <a:gd name="connsiteY1" fmla="*/ 2298050 h 2298050"/>
              <a:gd name="connsiteX2" fmla="*/ 0 w 3314700"/>
              <a:gd name="connsiteY2" fmla="*/ 22860 h 2298050"/>
              <a:gd name="connsiteX3" fmla="*/ 3291840 w 3314700"/>
              <a:gd name="connsiteY3" fmla="*/ 0 h 229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4700" h="2298050">
                <a:moveTo>
                  <a:pt x="3314700" y="2298050"/>
                </a:moveTo>
                <a:lnTo>
                  <a:pt x="0" y="2298050"/>
                </a:lnTo>
                <a:lnTo>
                  <a:pt x="0" y="22860"/>
                </a:lnTo>
                <a:lnTo>
                  <a:pt x="3291840" y="0"/>
                </a:lnTo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534" dirty="0">
                <a:solidFill>
                  <a:schemeClr val="tx1"/>
                </a:solidFill>
                <a:latin typeface="+mj-lt"/>
              </a:rPr>
              <a:t>Filing cabinet research office JW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62D09F0-AB47-CDB5-6464-71933ABFB3CC}"/>
              </a:ext>
            </a:extLst>
          </p:cNvPr>
          <p:cNvCxnSpPr/>
          <p:nvPr/>
        </p:nvCxnSpPr>
        <p:spPr>
          <a:xfrm>
            <a:off x="44033377" y="19109898"/>
            <a:ext cx="0" cy="2719782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Rectangle 40">
            <a:extLst>
              <a:ext uri="{FF2B5EF4-FFF2-40B4-BE49-F238E27FC236}">
                <a16:creationId xmlns:a16="http://schemas.microsoft.com/office/drawing/2014/main" id="{2B21383F-7D49-A20E-77D7-5BC3A38CED89}"/>
              </a:ext>
            </a:extLst>
          </p:cNvPr>
          <p:cNvSpPr/>
          <p:nvPr/>
        </p:nvSpPr>
        <p:spPr>
          <a:xfrm>
            <a:off x="40741534" y="21782813"/>
            <a:ext cx="8284779" cy="4527976"/>
          </a:xfrm>
          <a:custGeom>
            <a:avLst/>
            <a:gdLst>
              <a:gd name="connsiteX0" fmla="*/ 0 w 3314700"/>
              <a:gd name="connsiteY0" fmla="*/ 0 h 2275190"/>
              <a:gd name="connsiteX1" fmla="*/ 3314700 w 3314700"/>
              <a:gd name="connsiteY1" fmla="*/ 0 h 2275190"/>
              <a:gd name="connsiteX2" fmla="*/ 3314700 w 3314700"/>
              <a:gd name="connsiteY2" fmla="*/ 2275190 h 2275190"/>
              <a:gd name="connsiteX3" fmla="*/ 0 w 3314700"/>
              <a:gd name="connsiteY3" fmla="*/ 2275190 h 2275190"/>
              <a:gd name="connsiteX4" fmla="*/ 0 w 3314700"/>
              <a:gd name="connsiteY4" fmla="*/ 0 h 2275190"/>
              <a:gd name="connsiteX0" fmla="*/ 3314700 w 3406140"/>
              <a:gd name="connsiteY0" fmla="*/ 2275190 h 2275190"/>
              <a:gd name="connsiteX1" fmla="*/ 0 w 3406140"/>
              <a:gd name="connsiteY1" fmla="*/ 2275190 h 2275190"/>
              <a:gd name="connsiteX2" fmla="*/ 0 w 3406140"/>
              <a:gd name="connsiteY2" fmla="*/ 0 h 2275190"/>
              <a:gd name="connsiteX3" fmla="*/ 3406140 w 3406140"/>
              <a:gd name="connsiteY3" fmla="*/ 91440 h 2275190"/>
              <a:gd name="connsiteX0" fmla="*/ 3314700 w 3314700"/>
              <a:gd name="connsiteY0" fmla="*/ 2298050 h 2298050"/>
              <a:gd name="connsiteX1" fmla="*/ 0 w 3314700"/>
              <a:gd name="connsiteY1" fmla="*/ 2298050 h 2298050"/>
              <a:gd name="connsiteX2" fmla="*/ 0 w 3314700"/>
              <a:gd name="connsiteY2" fmla="*/ 22860 h 2298050"/>
              <a:gd name="connsiteX3" fmla="*/ 3291840 w 3314700"/>
              <a:gd name="connsiteY3" fmla="*/ 0 h 229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4700" h="2298050">
                <a:moveTo>
                  <a:pt x="3314700" y="2298050"/>
                </a:moveTo>
                <a:lnTo>
                  <a:pt x="0" y="2298050"/>
                </a:lnTo>
                <a:lnTo>
                  <a:pt x="0" y="22860"/>
                </a:lnTo>
                <a:lnTo>
                  <a:pt x="3291840" y="0"/>
                </a:lnTo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534" dirty="0">
                <a:solidFill>
                  <a:schemeClr val="tx1"/>
                </a:solidFill>
                <a:latin typeface="+mj-lt"/>
              </a:rPr>
              <a:t>STH backup systems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DE95500E-252C-F531-2702-5D178CA57D36}"/>
              </a:ext>
            </a:extLst>
          </p:cNvPr>
          <p:cNvCxnSpPr>
            <a:cxnSpLocks/>
          </p:cNvCxnSpPr>
          <p:nvPr/>
        </p:nvCxnSpPr>
        <p:spPr>
          <a:xfrm>
            <a:off x="27051838" y="18993328"/>
            <a:ext cx="0" cy="4092146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Rectangle 40">
            <a:extLst>
              <a:ext uri="{FF2B5EF4-FFF2-40B4-BE49-F238E27FC236}">
                <a16:creationId xmlns:a16="http://schemas.microsoft.com/office/drawing/2014/main" id="{922A2A57-1C30-9F2F-57AA-FFD6CBB0C992}"/>
              </a:ext>
            </a:extLst>
          </p:cNvPr>
          <p:cNvSpPr/>
          <p:nvPr/>
        </p:nvSpPr>
        <p:spPr>
          <a:xfrm>
            <a:off x="18236501" y="31836859"/>
            <a:ext cx="8938498" cy="2723915"/>
          </a:xfrm>
          <a:custGeom>
            <a:avLst/>
            <a:gdLst>
              <a:gd name="connsiteX0" fmla="*/ 0 w 3314700"/>
              <a:gd name="connsiteY0" fmla="*/ 0 h 2275190"/>
              <a:gd name="connsiteX1" fmla="*/ 3314700 w 3314700"/>
              <a:gd name="connsiteY1" fmla="*/ 0 h 2275190"/>
              <a:gd name="connsiteX2" fmla="*/ 3314700 w 3314700"/>
              <a:gd name="connsiteY2" fmla="*/ 2275190 h 2275190"/>
              <a:gd name="connsiteX3" fmla="*/ 0 w 3314700"/>
              <a:gd name="connsiteY3" fmla="*/ 2275190 h 2275190"/>
              <a:gd name="connsiteX4" fmla="*/ 0 w 3314700"/>
              <a:gd name="connsiteY4" fmla="*/ 0 h 2275190"/>
              <a:gd name="connsiteX0" fmla="*/ 3314700 w 3406140"/>
              <a:gd name="connsiteY0" fmla="*/ 2275190 h 2275190"/>
              <a:gd name="connsiteX1" fmla="*/ 0 w 3406140"/>
              <a:gd name="connsiteY1" fmla="*/ 2275190 h 2275190"/>
              <a:gd name="connsiteX2" fmla="*/ 0 w 3406140"/>
              <a:gd name="connsiteY2" fmla="*/ 0 h 2275190"/>
              <a:gd name="connsiteX3" fmla="*/ 3406140 w 3406140"/>
              <a:gd name="connsiteY3" fmla="*/ 91440 h 2275190"/>
              <a:gd name="connsiteX0" fmla="*/ 3314700 w 3314700"/>
              <a:gd name="connsiteY0" fmla="*/ 2298050 h 2298050"/>
              <a:gd name="connsiteX1" fmla="*/ 0 w 3314700"/>
              <a:gd name="connsiteY1" fmla="*/ 2298050 h 2298050"/>
              <a:gd name="connsiteX2" fmla="*/ 0 w 3314700"/>
              <a:gd name="connsiteY2" fmla="*/ 22860 h 2298050"/>
              <a:gd name="connsiteX3" fmla="*/ 3291840 w 3314700"/>
              <a:gd name="connsiteY3" fmla="*/ 0 h 229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4700" h="2298050">
                <a:moveTo>
                  <a:pt x="3314700" y="2298050"/>
                </a:moveTo>
                <a:lnTo>
                  <a:pt x="0" y="2298050"/>
                </a:lnTo>
                <a:lnTo>
                  <a:pt x="0" y="22860"/>
                </a:lnTo>
                <a:lnTo>
                  <a:pt x="3291840" y="0"/>
                </a:lnTo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534" dirty="0">
                <a:solidFill>
                  <a:schemeClr val="tx1"/>
                </a:solidFill>
                <a:latin typeface="+mj-lt"/>
              </a:rPr>
              <a:t>University system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CDDE0E1A-0040-60DD-97FC-D1EA6B438464}"/>
              </a:ext>
            </a:extLst>
          </p:cNvPr>
          <p:cNvCxnSpPr>
            <a:cxnSpLocks/>
          </p:cNvCxnSpPr>
          <p:nvPr/>
        </p:nvCxnSpPr>
        <p:spPr>
          <a:xfrm>
            <a:off x="24513373" y="26875089"/>
            <a:ext cx="0" cy="4940438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1655AA06-8700-B657-18C1-4D7800F34449}"/>
              </a:ext>
            </a:extLst>
          </p:cNvPr>
          <p:cNvSpPr/>
          <p:nvPr/>
        </p:nvSpPr>
        <p:spPr>
          <a:xfrm>
            <a:off x="19028576" y="36000615"/>
            <a:ext cx="7354348" cy="735434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7112" dirty="0">
                <a:solidFill>
                  <a:schemeClr val="tx1"/>
                </a:solidFill>
                <a:latin typeface="+mj-lt"/>
              </a:rPr>
              <a:t>Qualitative data analysis and summarising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2F86D3A8-AB4C-98F5-E188-B98A360DF102}"/>
              </a:ext>
            </a:extLst>
          </p:cNvPr>
          <p:cNvCxnSpPr>
            <a:cxnSpLocks/>
          </p:cNvCxnSpPr>
          <p:nvPr/>
        </p:nvCxnSpPr>
        <p:spPr>
          <a:xfrm>
            <a:off x="22705747" y="34560774"/>
            <a:ext cx="0" cy="1439839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3C025103-05DA-2CBD-C34F-5BA642FC066E}"/>
              </a:ext>
            </a:extLst>
          </p:cNvPr>
          <p:cNvSpPr/>
          <p:nvPr/>
        </p:nvSpPr>
        <p:spPr>
          <a:xfrm>
            <a:off x="19442178" y="45749316"/>
            <a:ext cx="6550146" cy="26968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534" dirty="0">
                <a:solidFill>
                  <a:schemeClr val="tx1"/>
                </a:solidFill>
                <a:latin typeface="+mj-lt"/>
              </a:rPr>
              <a:t>Journal articles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D67B790-D826-0042-81CC-6879A2AC3B1A}"/>
              </a:ext>
            </a:extLst>
          </p:cNvPr>
          <p:cNvCxnSpPr>
            <a:cxnSpLocks/>
          </p:cNvCxnSpPr>
          <p:nvPr/>
        </p:nvCxnSpPr>
        <p:spPr>
          <a:xfrm>
            <a:off x="22705748" y="43354961"/>
            <a:ext cx="11501" cy="2394356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4354266D-31B9-60E8-FE56-483821FF0585}"/>
              </a:ext>
            </a:extLst>
          </p:cNvPr>
          <p:cNvSpPr/>
          <p:nvPr/>
        </p:nvSpPr>
        <p:spPr>
          <a:xfrm>
            <a:off x="27778420" y="45749316"/>
            <a:ext cx="6550146" cy="26968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534" dirty="0">
                <a:solidFill>
                  <a:schemeClr val="tx1"/>
                </a:solidFill>
                <a:latin typeface="+mj-lt"/>
              </a:rPr>
              <a:t>Conference presentations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ED8A7EE4-EFB2-17B0-7CC2-E4310109BDD5}"/>
              </a:ext>
            </a:extLst>
          </p:cNvPr>
          <p:cNvSpPr/>
          <p:nvPr/>
        </p:nvSpPr>
        <p:spPr>
          <a:xfrm>
            <a:off x="11509237" y="45749316"/>
            <a:ext cx="6550146" cy="26968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534" dirty="0">
                <a:solidFill>
                  <a:schemeClr val="tx1"/>
                </a:solidFill>
                <a:latin typeface="+mj-lt"/>
              </a:rPr>
              <a:t>Study website / video</a:t>
            </a: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B3AA0A93-2BDB-94A9-CA86-BCA1F82A0054}"/>
              </a:ext>
            </a:extLst>
          </p:cNvPr>
          <p:cNvCxnSpPr>
            <a:cxnSpLocks/>
          </p:cNvCxnSpPr>
          <p:nvPr/>
        </p:nvCxnSpPr>
        <p:spPr>
          <a:xfrm>
            <a:off x="14784307" y="40940579"/>
            <a:ext cx="0" cy="4808740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7F128CEB-D5DD-0749-EDBC-F385A57F1173}"/>
              </a:ext>
            </a:extLst>
          </p:cNvPr>
          <p:cNvCxnSpPr>
            <a:cxnSpLocks/>
          </p:cNvCxnSpPr>
          <p:nvPr/>
        </p:nvCxnSpPr>
        <p:spPr>
          <a:xfrm>
            <a:off x="30958063" y="40940579"/>
            <a:ext cx="0" cy="4808740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8" name="Rectangle 97">
            <a:extLst>
              <a:ext uri="{FF2B5EF4-FFF2-40B4-BE49-F238E27FC236}">
                <a16:creationId xmlns:a16="http://schemas.microsoft.com/office/drawing/2014/main" id="{318C4C49-A466-90FF-03F6-8DFEC4068E34}"/>
              </a:ext>
            </a:extLst>
          </p:cNvPr>
          <p:cNvSpPr/>
          <p:nvPr/>
        </p:nvSpPr>
        <p:spPr>
          <a:xfrm>
            <a:off x="71345" y="49607473"/>
            <a:ext cx="49570405" cy="15357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8534" dirty="0">
                <a:solidFill>
                  <a:schemeClr val="tx1"/>
                </a:solidFill>
                <a:latin typeface="+mj-lt"/>
              </a:rPr>
              <a:t>Data management workflow; babyPHONO study; STH 23333; Version 1.0 Date 12/12/2025 IRAS ID: 358145 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63C565A-8319-3D3A-4F77-4A9D7DF075BD}"/>
              </a:ext>
            </a:extLst>
          </p:cNvPr>
          <p:cNvSpPr/>
          <p:nvPr/>
        </p:nvSpPr>
        <p:spPr>
          <a:xfrm>
            <a:off x="23562284" y="23085476"/>
            <a:ext cx="7354348" cy="735434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978" dirty="0">
                <a:solidFill>
                  <a:schemeClr val="tx1"/>
                </a:solidFill>
                <a:latin typeface="+mj-lt"/>
              </a:rPr>
              <a:t>Data processing, pseudonymisation and subsetting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BCA56F7-CD29-313A-48AE-7AD351A2AB16}"/>
              </a:ext>
            </a:extLst>
          </p:cNvPr>
          <p:cNvSpPr/>
          <p:nvPr/>
        </p:nvSpPr>
        <p:spPr>
          <a:xfrm>
            <a:off x="36114658" y="45749316"/>
            <a:ext cx="9129656" cy="26968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534" dirty="0">
                <a:solidFill>
                  <a:schemeClr val="tx1"/>
                </a:solidFill>
                <a:latin typeface="+mj-lt"/>
              </a:rPr>
              <a:t>Future research proposal</a:t>
            </a:r>
          </a:p>
        </p:txBody>
      </p: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A04CEABB-5FF5-5A41-471E-8A54D1CA4C82}"/>
              </a:ext>
            </a:extLst>
          </p:cNvPr>
          <p:cNvCxnSpPr>
            <a:cxnSpLocks/>
          </p:cNvCxnSpPr>
          <p:nvPr/>
        </p:nvCxnSpPr>
        <p:spPr>
          <a:xfrm>
            <a:off x="40423710" y="40940579"/>
            <a:ext cx="0" cy="4808740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5" name="Rectangle 104">
            <a:extLst>
              <a:ext uri="{FF2B5EF4-FFF2-40B4-BE49-F238E27FC236}">
                <a16:creationId xmlns:a16="http://schemas.microsoft.com/office/drawing/2014/main" id="{16207F54-80A1-8B3D-6CCE-AB1E7D46338F}"/>
              </a:ext>
            </a:extLst>
          </p:cNvPr>
          <p:cNvSpPr/>
          <p:nvPr/>
        </p:nvSpPr>
        <p:spPr>
          <a:xfrm>
            <a:off x="-3793974" y="6107261"/>
            <a:ext cx="8938499" cy="26968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534" dirty="0">
                <a:solidFill>
                  <a:schemeClr val="tx1"/>
                </a:solidFill>
                <a:latin typeface="+mj-lt"/>
              </a:rPr>
              <a:t>NIPE practitioner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E226628F-B6F0-6920-E707-FDF65F5A5229}"/>
              </a:ext>
            </a:extLst>
          </p:cNvPr>
          <p:cNvCxnSpPr/>
          <p:nvPr/>
        </p:nvCxnSpPr>
        <p:spPr>
          <a:xfrm>
            <a:off x="2683833" y="8815434"/>
            <a:ext cx="0" cy="2719782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3F1B3B3A-45A1-FE2E-02EE-A4EA743FC6F6}"/>
              </a:ext>
            </a:extLst>
          </p:cNvPr>
          <p:cNvCxnSpPr/>
          <p:nvPr/>
        </p:nvCxnSpPr>
        <p:spPr>
          <a:xfrm>
            <a:off x="-2193506" y="8858652"/>
            <a:ext cx="0" cy="2719782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Rectangle 108">
            <a:extLst>
              <a:ext uri="{FF2B5EF4-FFF2-40B4-BE49-F238E27FC236}">
                <a16:creationId xmlns:a16="http://schemas.microsoft.com/office/drawing/2014/main" id="{B419B983-42BE-2600-3E0D-509E3C412F9A}"/>
              </a:ext>
            </a:extLst>
          </p:cNvPr>
          <p:cNvSpPr/>
          <p:nvPr/>
        </p:nvSpPr>
        <p:spPr>
          <a:xfrm>
            <a:off x="261019" y="11554902"/>
            <a:ext cx="6989657" cy="26968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534" dirty="0">
                <a:solidFill>
                  <a:schemeClr val="tx1"/>
                </a:solidFill>
                <a:latin typeface="+mj-lt"/>
              </a:rPr>
              <a:t>Paper questionnaire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7E814D9B-CF51-0B63-22A3-DCD908E2F3C5}"/>
              </a:ext>
            </a:extLst>
          </p:cNvPr>
          <p:cNvSpPr/>
          <p:nvPr/>
        </p:nvSpPr>
        <p:spPr>
          <a:xfrm>
            <a:off x="-7216284" y="11554902"/>
            <a:ext cx="6989657" cy="26968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534" dirty="0">
                <a:solidFill>
                  <a:schemeClr val="tx1"/>
                </a:solidFill>
                <a:latin typeface="+mj-lt"/>
              </a:rPr>
              <a:t>Recorded interview</a:t>
            </a:r>
          </a:p>
        </p:txBody>
      </p:sp>
      <p:sp>
        <p:nvSpPr>
          <p:cNvPr id="112" name="Cross 111">
            <a:extLst>
              <a:ext uri="{FF2B5EF4-FFF2-40B4-BE49-F238E27FC236}">
                <a16:creationId xmlns:a16="http://schemas.microsoft.com/office/drawing/2014/main" id="{25F393CB-E6BA-9935-B91D-9380A6153847}"/>
              </a:ext>
            </a:extLst>
          </p:cNvPr>
          <p:cNvSpPr/>
          <p:nvPr/>
        </p:nvSpPr>
        <p:spPr>
          <a:xfrm rot="2804192">
            <a:off x="-2834862" y="15503706"/>
            <a:ext cx="1280141" cy="1280141"/>
          </a:xfrm>
          <a:prstGeom prst="plus">
            <a:avLst>
              <a:gd name="adj" fmla="val 4325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45">
              <a:latin typeface="+mj-lt"/>
            </a:endParaRP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9D95A2A4-8230-1271-3468-3B389AE3A1D2}"/>
              </a:ext>
            </a:extLst>
          </p:cNvPr>
          <p:cNvCxnSpPr>
            <a:cxnSpLocks/>
          </p:cNvCxnSpPr>
          <p:nvPr/>
        </p:nvCxnSpPr>
        <p:spPr>
          <a:xfrm>
            <a:off x="-2193506" y="14372430"/>
            <a:ext cx="0" cy="3690627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32EFB52D-81A9-0304-A735-7E9C31384C4F}"/>
              </a:ext>
            </a:extLst>
          </p:cNvPr>
          <p:cNvCxnSpPr>
            <a:cxnSpLocks/>
          </p:cNvCxnSpPr>
          <p:nvPr/>
        </p:nvCxnSpPr>
        <p:spPr>
          <a:xfrm>
            <a:off x="3143643" y="14365695"/>
            <a:ext cx="0" cy="3690627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Arc 116">
            <a:extLst>
              <a:ext uri="{FF2B5EF4-FFF2-40B4-BE49-F238E27FC236}">
                <a16:creationId xmlns:a16="http://schemas.microsoft.com/office/drawing/2014/main" id="{EE2F2DA4-BACB-A8D0-E2A5-7BFA0607F69A}"/>
              </a:ext>
            </a:extLst>
          </p:cNvPr>
          <p:cNvSpPr/>
          <p:nvPr/>
        </p:nvSpPr>
        <p:spPr>
          <a:xfrm>
            <a:off x="16035142" y="18289372"/>
            <a:ext cx="576129" cy="576129"/>
          </a:xfrm>
          <a:prstGeom prst="arc">
            <a:avLst>
              <a:gd name="adj1" fmla="val 10911914"/>
              <a:gd name="adj2" fmla="val 0"/>
            </a:avLst>
          </a:prstGeom>
          <a:ln w="1238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845">
              <a:latin typeface="+mj-lt"/>
            </a:endParaRP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80A52257-178F-7AC4-C08A-B25DFC4380A1}"/>
              </a:ext>
            </a:extLst>
          </p:cNvPr>
          <p:cNvCxnSpPr>
            <a:cxnSpLocks/>
          </p:cNvCxnSpPr>
          <p:nvPr/>
        </p:nvCxnSpPr>
        <p:spPr>
          <a:xfrm flipH="1">
            <a:off x="2801803" y="18513863"/>
            <a:ext cx="8169612" cy="0"/>
          </a:xfrm>
          <a:prstGeom prst="straightConnector1">
            <a:avLst/>
          </a:prstGeom>
          <a:ln w="123825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Arc 119">
            <a:extLst>
              <a:ext uri="{FF2B5EF4-FFF2-40B4-BE49-F238E27FC236}">
                <a16:creationId xmlns:a16="http://schemas.microsoft.com/office/drawing/2014/main" id="{F3F8868D-6AEF-AD1C-85B1-F9FB28251C40}"/>
              </a:ext>
            </a:extLst>
          </p:cNvPr>
          <p:cNvSpPr/>
          <p:nvPr/>
        </p:nvSpPr>
        <p:spPr>
          <a:xfrm>
            <a:off x="17410798" y="18303269"/>
            <a:ext cx="576129" cy="576129"/>
          </a:xfrm>
          <a:prstGeom prst="arc">
            <a:avLst>
              <a:gd name="adj1" fmla="val 10911914"/>
              <a:gd name="adj2" fmla="val 0"/>
            </a:avLst>
          </a:prstGeom>
          <a:ln w="1238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845">
              <a:latin typeface="+mj-lt"/>
            </a:endParaRP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29C17066-8681-D876-30F9-4B92675316BF}"/>
              </a:ext>
            </a:extLst>
          </p:cNvPr>
          <p:cNvCxnSpPr>
            <a:cxnSpLocks/>
          </p:cNvCxnSpPr>
          <p:nvPr/>
        </p:nvCxnSpPr>
        <p:spPr>
          <a:xfrm flipH="1">
            <a:off x="16611271" y="18513863"/>
            <a:ext cx="835870" cy="0"/>
          </a:xfrm>
          <a:prstGeom prst="straightConnector1">
            <a:avLst/>
          </a:prstGeom>
          <a:ln w="123825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39C03ED7-5793-BE16-79BE-746D24AAFC4F}"/>
              </a:ext>
            </a:extLst>
          </p:cNvPr>
          <p:cNvCxnSpPr>
            <a:cxnSpLocks/>
          </p:cNvCxnSpPr>
          <p:nvPr/>
        </p:nvCxnSpPr>
        <p:spPr>
          <a:xfrm>
            <a:off x="17876299" y="18523231"/>
            <a:ext cx="960437" cy="0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4" name="Oval 113">
            <a:extLst>
              <a:ext uri="{FF2B5EF4-FFF2-40B4-BE49-F238E27FC236}">
                <a16:creationId xmlns:a16="http://schemas.microsoft.com/office/drawing/2014/main" id="{A79B8A75-8948-8B40-549C-0C4A05872216}"/>
              </a:ext>
            </a:extLst>
          </p:cNvPr>
          <p:cNvSpPr/>
          <p:nvPr/>
        </p:nvSpPr>
        <p:spPr>
          <a:xfrm>
            <a:off x="-3198196" y="17092211"/>
            <a:ext cx="7354348" cy="735434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978" dirty="0">
                <a:solidFill>
                  <a:schemeClr val="tx1"/>
                </a:solidFill>
                <a:latin typeface="+mj-lt"/>
              </a:rPr>
              <a:t>Transcribed and pseudonymised</a:t>
            </a:r>
          </a:p>
        </p:txBody>
      </p:sp>
      <p:sp>
        <p:nvSpPr>
          <p:cNvPr id="139" name="Arc 138">
            <a:extLst>
              <a:ext uri="{FF2B5EF4-FFF2-40B4-BE49-F238E27FC236}">
                <a16:creationId xmlns:a16="http://schemas.microsoft.com/office/drawing/2014/main" id="{03EAC078-2821-58A0-BA5D-6EAF09F3D92B}"/>
              </a:ext>
            </a:extLst>
          </p:cNvPr>
          <p:cNvSpPr/>
          <p:nvPr/>
        </p:nvSpPr>
        <p:spPr>
          <a:xfrm>
            <a:off x="10971961" y="18271308"/>
            <a:ext cx="576129" cy="576129"/>
          </a:xfrm>
          <a:prstGeom prst="arc">
            <a:avLst>
              <a:gd name="adj1" fmla="val 10911914"/>
              <a:gd name="adj2" fmla="val 0"/>
            </a:avLst>
          </a:prstGeom>
          <a:ln w="1238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845">
              <a:latin typeface="+mj-lt"/>
            </a:endParaRP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38D39F33-4C70-F916-FF28-C016BF874C86}"/>
              </a:ext>
            </a:extLst>
          </p:cNvPr>
          <p:cNvCxnSpPr>
            <a:cxnSpLocks/>
          </p:cNvCxnSpPr>
          <p:nvPr/>
        </p:nvCxnSpPr>
        <p:spPr>
          <a:xfrm flipH="1">
            <a:off x="11548091" y="18513863"/>
            <a:ext cx="3364472" cy="0"/>
          </a:xfrm>
          <a:prstGeom prst="straightConnector1">
            <a:avLst/>
          </a:prstGeom>
          <a:ln w="123825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 40">
            <a:extLst>
              <a:ext uri="{FF2B5EF4-FFF2-40B4-BE49-F238E27FC236}">
                <a16:creationId xmlns:a16="http://schemas.microsoft.com/office/drawing/2014/main" id="{D976A8ED-F274-01B1-2454-96555CAA1497}"/>
              </a:ext>
            </a:extLst>
          </p:cNvPr>
          <p:cNvSpPr/>
          <p:nvPr/>
        </p:nvSpPr>
        <p:spPr>
          <a:xfrm>
            <a:off x="31122036" y="4655980"/>
            <a:ext cx="6241499" cy="2723915"/>
          </a:xfrm>
          <a:custGeom>
            <a:avLst/>
            <a:gdLst>
              <a:gd name="connsiteX0" fmla="*/ 0 w 3314700"/>
              <a:gd name="connsiteY0" fmla="*/ 0 h 2275190"/>
              <a:gd name="connsiteX1" fmla="*/ 3314700 w 3314700"/>
              <a:gd name="connsiteY1" fmla="*/ 0 h 2275190"/>
              <a:gd name="connsiteX2" fmla="*/ 3314700 w 3314700"/>
              <a:gd name="connsiteY2" fmla="*/ 2275190 h 2275190"/>
              <a:gd name="connsiteX3" fmla="*/ 0 w 3314700"/>
              <a:gd name="connsiteY3" fmla="*/ 2275190 h 2275190"/>
              <a:gd name="connsiteX4" fmla="*/ 0 w 3314700"/>
              <a:gd name="connsiteY4" fmla="*/ 0 h 2275190"/>
              <a:gd name="connsiteX0" fmla="*/ 3314700 w 3406140"/>
              <a:gd name="connsiteY0" fmla="*/ 2275190 h 2275190"/>
              <a:gd name="connsiteX1" fmla="*/ 0 w 3406140"/>
              <a:gd name="connsiteY1" fmla="*/ 2275190 h 2275190"/>
              <a:gd name="connsiteX2" fmla="*/ 0 w 3406140"/>
              <a:gd name="connsiteY2" fmla="*/ 0 h 2275190"/>
              <a:gd name="connsiteX3" fmla="*/ 3406140 w 3406140"/>
              <a:gd name="connsiteY3" fmla="*/ 91440 h 2275190"/>
              <a:gd name="connsiteX0" fmla="*/ 3314700 w 3314700"/>
              <a:gd name="connsiteY0" fmla="*/ 2298050 h 2298050"/>
              <a:gd name="connsiteX1" fmla="*/ 0 w 3314700"/>
              <a:gd name="connsiteY1" fmla="*/ 2298050 h 2298050"/>
              <a:gd name="connsiteX2" fmla="*/ 0 w 3314700"/>
              <a:gd name="connsiteY2" fmla="*/ 22860 h 2298050"/>
              <a:gd name="connsiteX3" fmla="*/ 3291840 w 3314700"/>
              <a:gd name="connsiteY3" fmla="*/ 0 h 229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4700" h="2298050">
                <a:moveTo>
                  <a:pt x="3314700" y="2298050"/>
                </a:moveTo>
                <a:lnTo>
                  <a:pt x="0" y="2298050"/>
                </a:lnTo>
                <a:lnTo>
                  <a:pt x="0" y="22860"/>
                </a:lnTo>
                <a:lnTo>
                  <a:pt x="3291840" y="0"/>
                </a:lnTo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534" dirty="0">
                <a:solidFill>
                  <a:schemeClr val="tx1"/>
                </a:solidFill>
                <a:latin typeface="+mj-lt"/>
              </a:rPr>
              <a:t>Eko app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580F6D3-47EC-B6CE-C28B-4D07D6474129}"/>
              </a:ext>
            </a:extLst>
          </p:cNvPr>
          <p:cNvCxnSpPr>
            <a:cxnSpLocks/>
          </p:cNvCxnSpPr>
          <p:nvPr/>
        </p:nvCxnSpPr>
        <p:spPr>
          <a:xfrm>
            <a:off x="33997892" y="3907087"/>
            <a:ext cx="0" cy="748894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815A1CC5-F1AA-A5C8-080F-26163A21EE56}"/>
              </a:ext>
            </a:extLst>
          </p:cNvPr>
          <p:cNvSpPr/>
          <p:nvPr/>
        </p:nvSpPr>
        <p:spPr>
          <a:xfrm>
            <a:off x="15145553" y="-2630042"/>
            <a:ext cx="15511004" cy="26968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534" dirty="0">
                <a:solidFill>
                  <a:schemeClr val="tx1"/>
                </a:solidFill>
                <a:latin typeface="+mj-lt"/>
              </a:rPr>
              <a:t>Patient</a:t>
            </a:r>
          </a:p>
          <a:p>
            <a:pPr algn="ctr"/>
            <a:r>
              <a:rPr lang="en-GB" sz="8534" dirty="0">
                <a:solidFill>
                  <a:schemeClr val="tx1"/>
                </a:solidFill>
                <a:latin typeface="+mj-lt"/>
              </a:rPr>
              <a:t>(Identifiable data)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92D443-6E2A-0FD3-F261-31C476A7E982}"/>
              </a:ext>
            </a:extLst>
          </p:cNvPr>
          <p:cNvCxnSpPr>
            <a:cxnSpLocks/>
          </p:cNvCxnSpPr>
          <p:nvPr/>
        </p:nvCxnSpPr>
        <p:spPr>
          <a:xfrm flipH="1">
            <a:off x="15145553" y="51142"/>
            <a:ext cx="183501" cy="20176786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Arc 6">
            <a:extLst>
              <a:ext uri="{FF2B5EF4-FFF2-40B4-BE49-F238E27FC236}">
                <a16:creationId xmlns:a16="http://schemas.microsoft.com/office/drawing/2014/main" id="{8F7F8990-26CB-E1E2-3F24-F61761F9EA3D}"/>
              </a:ext>
            </a:extLst>
          </p:cNvPr>
          <p:cNvSpPr/>
          <p:nvPr/>
        </p:nvSpPr>
        <p:spPr>
          <a:xfrm>
            <a:off x="14886756" y="18276469"/>
            <a:ext cx="576129" cy="576129"/>
          </a:xfrm>
          <a:prstGeom prst="arc">
            <a:avLst>
              <a:gd name="adj1" fmla="val 10911914"/>
              <a:gd name="adj2" fmla="val 0"/>
            </a:avLst>
          </a:prstGeom>
          <a:ln w="1238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845">
              <a:latin typeface="+mj-lt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34646E8-77C6-6212-F6CE-EBD6025D3FB4}"/>
              </a:ext>
            </a:extLst>
          </p:cNvPr>
          <p:cNvCxnSpPr>
            <a:cxnSpLocks/>
          </p:cNvCxnSpPr>
          <p:nvPr/>
        </p:nvCxnSpPr>
        <p:spPr>
          <a:xfrm flipH="1">
            <a:off x="15412179" y="18513863"/>
            <a:ext cx="622963" cy="0"/>
          </a:xfrm>
          <a:prstGeom prst="straightConnector1">
            <a:avLst/>
          </a:prstGeom>
          <a:ln w="123825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EBF1DDA-513C-0D4F-3898-71B845BCD4A2}"/>
              </a:ext>
            </a:extLst>
          </p:cNvPr>
          <p:cNvCxnSpPr>
            <a:cxnSpLocks/>
          </p:cNvCxnSpPr>
          <p:nvPr/>
        </p:nvCxnSpPr>
        <p:spPr>
          <a:xfrm flipH="1">
            <a:off x="30280382" y="51142"/>
            <a:ext cx="244388" cy="17041070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40">
            <a:extLst>
              <a:ext uri="{FF2B5EF4-FFF2-40B4-BE49-F238E27FC236}">
                <a16:creationId xmlns:a16="http://schemas.microsoft.com/office/drawing/2014/main" id="{94EC808A-E454-1DD5-52D1-DD0CDD490306}"/>
              </a:ext>
            </a:extLst>
          </p:cNvPr>
          <p:cNvSpPr/>
          <p:nvPr/>
        </p:nvSpPr>
        <p:spPr>
          <a:xfrm>
            <a:off x="31122036" y="8128786"/>
            <a:ext cx="6241499" cy="2723915"/>
          </a:xfrm>
          <a:custGeom>
            <a:avLst/>
            <a:gdLst>
              <a:gd name="connsiteX0" fmla="*/ 0 w 3314700"/>
              <a:gd name="connsiteY0" fmla="*/ 0 h 2275190"/>
              <a:gd name="connsiteX1" fmla="*/ 3314700 w 3314700"/>
              <a:gd name="connsiteY1" fmla="*/ 0 h 2275190"/>
              <a:gd name="connsiteX2" fmla="*/ 3314700 w 3314700"/>
              <a:gd name="connsiteY2" fmla="*/ 2275190 h 2275190"/>
              <a:gd name="connsiteX3" fmla="*/ 0 w 3314700"/>
              <a:gd name="connsiteY3" fmla="*/ 2275190 h 2275190"/>
              <a:gd name="connsiteX4" fmla="*/ 0 w 3314700"/>
              <a:gd name="connsiteY4" fmla="*/ 0 h 2275190"/>
              <a:gd name="connsiteX0" fmla="*/ 3314700 w 3406140"/>
              <a:gd name="connsiteY0" fmla="*/ 2275190 h 2275190"/>
              <a:gd name="connsiteX1" fmla="*/ 0 w 3406140"/>
              <a:gd name="connsiteY1" fmla="*/ 2275190 h 2275190"/>
              <a:gd name="connsiteX2" fmla="*/ 0 w 3406140"/>
              <a:gd name="connsiteY2" fmla="*/ 0 h 2275190"/>
              <a:gd name="connsiteX3" fmla="*/ 3406140 w 3406140"/>
              <a:gd name="connsiteY3" fmla="*/ 91440 h 2275190"/>
              <a:gd name="connsiteX0" fmla="*/ 3314700 w 3314700"/>
              <a:gd name="connsiteY0" fmla="*/ 2298050 h 2298050"/>
              <a:gd name="connsiteX1" fmla="*/ 0 w 3314700"/>
              <a:gd name="connsiteY1" fmla="*/ 2298050 h 2298050"/>
              <a:gd name="connsiteX2" fmla="*/ 0 w 3314700"/>
              <a:gd name="connsiteY2" fmla="*/ 22860 h 2298050"/>
              <a:gd name="connsiteX3" fmla="*/ 3291840 w 3314700"/>
              <a:gd name="connsiteY3" fmla="*/ 0 h 229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4700" h="2298050">
                <a:moveTo>
                  <a:pt x="3314700" y="2298050"/>
                </a:moveTo>
                <a:lnTo>
                  <a:pt x="0" y="2298050"/>
                </a:lnTo>
                <a:lnTo>
                  <a:pt x="0" y="22860"/>
                </a:lnTo>
                <a:lnTo>
                  <a:pt x="3291840" y="0"/>
                </a:lnTo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534" dirty="0">
                <a:solidFill>
                  <a:schemeClr val="tx1"/>
                </a:solidFill>
                <a:latin typeface="+mj-lt"/>
              </a:rPr>
              <a:t>Eko server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F0F631E-9B2F-F79E-98E8-45FAA8A6C232}"/>
              </a:ext>
            </a:extLst>
          </p:cNvPr>
          <p:cNvCxnSpPr>
            <a:cxnSpLocks/>
          </p:cNvCxnSpPr>
          <p:nvPr/>
        </p:nvCxnSpPr>
        <p:spPr>
          <a:xfrm>
            <a:off x="34020012" y="7446254"/>
            <a:ext cx="0" cy="748892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40">
            <a:extLst>
              <a:ext uri="{FF2B5EF4-FFF2-40B4-BE49-F238E27FC236}">
                <a16:creationId xmlns:a16="http://schemas.microsoft.com/office/drawing/2014/main" id="{2D83B08B-D763-4430-C430-E6BDB22FA3EE}"/>
              </a:ext>
            </a:extLst>
          </p:cNvPr>
          <p:cNvSpPr/>
          <p:nvPr/>
        </p:nvSpPr>
        <p:spPr>
          <a:xfrm>
            <a:off x="31122036" y="11668873"/>
            <a:ext cx="6241499" cy="2723915"/>
          </a:xfrm>
          <a:custGeom>
            <a:avLst/>
            <a:gdLst>
              <a:gd name="connsiteX0" fmla="*/ 0 w 3314700"/>
              <a:gd name="connsiteY0" fmla="*/ 0 h 2275190"/>
              <a:gd name="connsiteX1" fmla="*/ 3314700 w 3314700"/>
              <a:gd name="connsiteY1" fmla="*/ 0 h 2275190"/>
              <a:gd name="connsiteX2" fmla="*/ 3314700 w 3314700"/>
              <a:gd name="connsiteY2" fmla="*/ 2275190 h 2275190"/>
              <a:gd name="connsiteX3" fmla="*/ 0 w 3314700"/>
              <a:gd name="connsiteY3" fmla="*/ 2275190 h 2275190"/>
              <a:gd name="connsiteX4" fmla="*/ 0 w 3314700"/>
              <a:gd name="connsiteY4" fmla="*/ 0 h 2275190"/>
              <a:gd name="connsiteX0" fmla="*/ 3314700 w 3406140"/>
              <a:gd name="connsiteY0" fmla="*/ 2275190 h 2275190"/>
              <a:gd name="connsiteX1" fmla="*/ 0 w 3406140"/>
              <a:gd name="connsiteY1" fmla="*/ 2275190 h 2275190"/>
              <a:gd name="connsiteX2" fmla="*/ 0 w 3406140"/>
              <a:gd name="connsiteY2" fmla="*/ 0 h 2275190"/>
              <a:gd name="connsiteX3" fmla="*/ 3406140 w 3406140"/>
              <a:gd name="connsiteY3" fmla="*/ 91440 h 2275190"/>
              <a:gd name="connsiteX0" fmla="*/ 3314700 w 3314700"/>
              <a:gd name="connsiteY0" fmla="*/ 2298050 h 2298050"/>
              <a:gd name="connsiteX1" fmla="*/ 0 w 3314700"/>
              <a:gd name="connsiteY1" fmla="*/ 2298050 h 2298050"/>
              <a:gd name="connsiteX2" fmla="*/ 0 w 3314700"/>
              <a:gd name="connsiteY2" fmla="*/ 22860 h 2298050"/>
              <a:gd name="connsiteX3" fmla="*/ 3291840 w 3314700"/>
              <a:gd name="connsiteY3" fmla="*/ 0 h 229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14700" h="2298050">
                <a:moveTo>
                  <a:pt x="3314700" y="2298050"/>
                </a:moveTo>
                <a:lnTo>
                  <a:pt x="0" y="2298050"/>
                </a:lnTo>
                <a:lnTo>
                  <a:pt x="0" y="22860"/>
                </a:lnTo>
                <a:lnTo>
                  <a:pt x="3291840" y="0"/>
                </a:lnTo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534" dirty="0">
                <a:solidFill>
                  <a:schemeClr val="tx1"/>
                </a:solidFill>
                <a:latin typeface="+mj-lt"/>
              </a:rPr>
              <a:t>NHS Mail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E38FDE6-6DBA-FB00-7B53-AA3989F00F29}"/>
              </a:ext>
            </a:extLst>
          </p:cNvPr>
          <p:cNvCxnSpPr>
            <a:cxnSpLocks/>
          </p:cNvCxnSpPr>
          <p:nvPr/>
        </p:nvCxnSpPr>
        <p:spPr>
          <a:xfrm>
            <a:off x="34024154" y="14433362"/>
            <a:ext cx="0" cy="2594585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5C88DF0-F95F-DD3C-C001-E3073D7CDC81}"/>
              </a:ext>
            </a:extLst>
          </p:cNvPr>
          <p:cNvSpPr/>
          <p:nvPr/>
        </p:nvSpPr>
        <p:spPr>
          <a:xfrm>
            <a:off x="40741534" y="-2630043"/>
            <a:ext cx="11572577" cy="269681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534" dirty="0">
                <a:solidFill>
                  <a:schemeClr val="tx1"/>
                </a:solidFill>
                <a:latin typeface="+mj-lt"/>
              </a:rPr>
              <a:t>Patient</a:t>
            </a:r>
          </a:p>
          <a:p>
            <a:pPr algn="ctr"/>
            <a:r>
              <a:rPr lang="en-GB" sz="8534" dirty="0">
                <a:solidFill>
                  <a:schemeClr val="tx1"/>
                </a:solidFill>
                <a:latin typeface="+mj-lt"/>
              </a:rPr>
              <a:t>echocardiogram images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F9E6A8C-CF72-15DD-1826-C7BE9ED4189F}"/>
              </a:ext>
            </a:extLst>
          </p:cNvPr>
          <p:cNvCxnSpPr>
            <a:cxnSpLocks/>
          </p:cNvCxnSpPr>
          <p:nvPr/>
        </p:nvCxnSpPr>
        <p:spPr>
          <a:xfrm flipH="1">
            <a:off x="44033377" y="66777"/>
            <a:ext cx="74607" cy="3840310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2E389511-80B5-5D33-D027-5DB375B40AF1}"/>
              </a:ext>
            </a:extLst>
          </p:cNvPr>
          <p:cNvSpPr/>
          <p:nvPr/>
        </p:nvSpPr>
        <p:spPr>
          <a:xfrm>
            <a:off x="40616563" y="3991310"/>
            <a:ext cx="7354348" cy="735434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978" dirty="0">
                <a:solidFill>
                  <a:schemeClr val="tx1"/>
                </a:solidFill>
                <a:latin typeface="+mj-lt"/>
              </a:rPr>
              <a:t>pseudonymised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0FE4CB5-5A7E-DDE6-2DEF-974A11BE078B}"/>
              </a:ext>
            </a:extLst>
          </p:cNvPr>
          <p:cNvCxnSpPr>
            <a:cxnSpLocks/>
          </p:cNvCxnSpPr>
          <p:nvPr/>
        </p:nvCxnSpPr>
        <p:spPr>
          <a:xfrm flipH="1">
            <a:off x="44033377" y="11535216"/>
            <a:ext cx="107109" cy="5513342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D3E06F3-0362-E9EB-7ED0-8E48F48C55D5}"/>
              </a:ext>
            </a:extLst>
          </p:cNvPr>
          <p:cNvCxnSpPr>
            <a:cxnSpLocks/>
          </p:cNvCxnSpPr>
          <p:nvPr/>
        </p:nvCxnSpPr>
        <p:spPr>
          <a:xfrm flipH="1">
            <a:off x="36523810" y="18993327"/>
            <a:ext cx="22118" cy="1138517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E400DECC-14A1-B195-2181-E0642D89AD42}"/>
              </a:ext>
            </a:extLst>
          </p:cNvPr>
          <p:cNvSpPr/>
          <p:nvPr/>
        </p:nvSpPr>
        <p:spPr>
          <a:xfrm>
            <a:off x="32866998" y="20141076"/>
            <a:ext cx="7354348" cy="7354348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978" dirty="0">
                <a:solidFill>
                  <a:schemeClr val="tx1"/>
                </a:solidFill>
                <a:latin typeface="+mj-lt"/>
              </a:rPr>
              <a:t>Machine learning modelling of heart sounds against echocardiogram images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4D26645-E58F-B506-C8F5-AA4D36FD3351}"/>
              </a:ext>
            </a:extLst>
          </p:cNvPr>
          <p:cNvCxnSpPr>
            <a:cxnSpLocks/>
          </p:cNvCxnSpPr>
          <p:nvPr/>
        </p:nvCxnSpPr>
        <p:spPr>
          <a:xfrm>
            <a:off x="34042133" y="10919060"/>
            <a:ext cx="0" cy="748892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FF26CE5-916A-127B-179E-89FD7EF09F45}"/>
              </a:ext>
            </a:extLst>
          </p:cNvPr>
          <p:cNvCxnSpPr>
            <a:cxnSpLocks/>
          </p:cNvCxnSpPr>
          <p:nvPr/>
        </p:nvCxnSpPr>
        <p:spPr>
          <a:xfrm flipV="1">
            <a:off x="3348480" y="25237466"/>
            <a:ext cx="20502367" cy="135664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Arc 19">
            <a:extLst>
              <a:ext uri="{FF2B5EF4-FFF2-40B4-BE49-F238E27FC236}">
                <a16:creationId xmlns:a16="http://schemas.microsoft.com/office/drawing/2014/main" id="{13A9C296-5182-25D5-5C0A-19C366028551}"/>
              </a:ext>
            </a:extLst>
          </p:cNvPr>
          <p:cNvSpPr/>
          <p:nvPr/>
        </p:nvSpPr>
        <p:spPr>
          <a:xfrm>
            <a:off x="14992921" y="6278293"/>
            <a:ext cx="576129" cy="576129"/>
          </a:xfrm>
          <a:prstGeom prst="arc">
            <a:avLst>
              <a:gd name="adj1" fmla="val 10911914"/>
              <a:gd name="adj2" fmla="val 0"/>
            </a:avLst>
          </a:prstGeom>
          <a:ln w="1238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845">
              <a:latin typeface="+mj-lt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F61A1BA-D4D3-CDCB-37B8-315F6B4E228B}"/>
              </a:ext>
            </a:extLst>
          </p:cNvPr>
          <p:cNvCxnSpPr>
            <a:cxnSpLocks/>
          </p:cNvCxnSpPr>
          <p:nvPr/>
        </p:nvCxnSpPr>
        <p:spPr>
          <a:xfrm flipH="1">
            <a:off x="15569050" y="6502785"/>
            <a:ext cx="1484772" cy="0"/>
          </a:xfrm>
          <a:prstGeom prst="straightConnector1">
            <a:avLst/>
          </a:prstGeom>
          <a:ln w="123825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BE567A8-B02C-A05C-7F2E-2EB64E49A62A}"/>
              </a:ext>
            </a:extLst>
          </p:cNvPr>
          <p:cNvCxnSpPr>
            <a:cxnSpLocks/>
          </p:cNvCxnSpPr>
          <p:nvPr/>
        </p:nvCxnSpPr>
        <p:spPr>
          <a:xfrm flipH="1">
            <a:off x="11177869" y="6502785"/>
            <a:ext cx="3815051" cy="0"/>
          </a:xfrm>
          <a:prstGeom prst="straightConnector1">
            <a:avLst/>
          </a:prstGeom>
          <a:ln w="123825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FC67F8BE-5ACC-C8DA-CAC8-8B1C645E6914}"/>
              </a:ext>
            </a:extLst>
          </p:cNvPr>
          <p:cNvSpPr/>
          <p:nvPr/>
        </p:nvSpPr>
        <p:spPr>
          <a:xfrm>
            <a:off x="7701898" y="8804080"/>
            <a:ext cx="6989657" cy="540374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534" dirty="0">
                <a:solidFill>
                  <a:schemeClr val="tx1"/>
                </a:solidFill>
                <a:latin typeface="+mj-lt"/>
              </a:rPr>
              <a:t>Telephone interview</a:t>
            </a:r>
          </a:p>
          <a:p>
            <a:pPr algn="ctr"/>
            <a:r>
              <a:rPr lang="en-GB" sz="8534" dirty="0">
                <a:solidFill>
                  <a:schemeClr val="tx1"/>
                </a:solidFill>
                <a:latin typeface="+mj-lt"/>
              </a:rPr>
              <a:t>at 1 year of age (arm 2)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E7910D2-2C98-E301-D505-0C24B96DE9D0}"/>
              </a:ext>
            </a:extLst>
          </p:cNvPr>
          <p:cNvCxnSpPr>
            <a:cxnSpLocks/>
          </p:cNvCxnSpPr>
          <p:nvPr/>
        </p:nvCxnSpPr>
        <p:spPr>
          <a:xfrm>
            <a:off x="11189656" y="6477567"/>
            <a:ext cx="0" cy="2337868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A09C1C8-C274-3C9C-236F-008EE12C0CC3}"/>
              </a:ext>
            </a:extLst>
          </p:cNvPr>
          <p:cNvCxnSpPr>
            <a:cxnSpLocks/>
            <a:stCxn id="76" idx="2"/>
          </p:cNvCxnSpPr>
          <p:nvPr/>
        </p:nvCxnSpPr>
        <p:spPr>
          <a:xfrm>
            <a:off x="11482598" y="21636790"/>
            <a:ext cx="2005489" cy="0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17BC221A-2CA5-FCE3-D4F5-E1E7748CEF2A}"/>
              </a:ext>
            </a:extLst>
          </p:cNvPr>
          <p:cNvCxnSpPr>
            <a:cxnSpLocks/>
          </p:cNvCxnSpPr>
          <p:nvPr/>
        </p:nvCxnSpPr>
        <p:spPr>
          <a:xfrm>
            <a:off x="11211776" y="24225154"/>
            <a:ext cx="13303481" cy="0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6" name="Arc 75">
            <a:extLst>
              <a:ext uri="{FF2B5EF4-FFF2-40B4-BE49-F238E27FC236}">
                <a16:creationId xmlns:a16="http://schemas.microsoft.com/office/drawing/2014/main" id="{E1EC101A-2881-3C91-7F32-1F54D381D515}"/>
              </a:ext>
            </a:extLst>
          </p:cNvPr>
          <p:cNvSpPr/>
          <p:nvPr/>
        </p:nvSpPr>
        <p:spPr>
          <a:xfrm>
            <a:off x="10906468" y="21348726"/>
            <a:ext cx="576129" cy="576129"/>
          </a:xfrm>
          <a:prstGeom prst="arc">
            <a:avLst>
              <a:gd name="adj1" fmla="val 10911914"/>
              <a:gd name="adj2" fmla="val 0"/>
            </a:avLst>
          </a:prstGeom>
          <a:ln w="1238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2845">
              <a:latin typeface="+mj-lt"/>
            </a:endParaRP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9B6A895-1C4D-CFFC-2751-FDEBB9EE6F7E}"/>
              </a:ext>
            </a:extLst>
          </p:cNvPr>
          <p:cNvCxnSpPr>
            <a:cxnSpLocks/>
          </p:cNvCxnSpPr>
          <p:nvPr/>
        </p:nvCxnSpPr>
        <p:spPr>
          <a:xfrm flipH="1">
            <a:off x="6419972" y="21643085"/>
            <a:ext cx="4551444" cy="0"/>
          </a:xfrm>
          <a:prstGeom prst="straightConnector1">
            <a:avLst/>
          </a:prstGeom>
          <a:ln w="123825"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Cross 83">
            <a:extLst>
              <a:ext uri="{FF2B5EF4-FFF2-40B4-BE49-F238E27FC236}">
                <a16:creationId xmlns:a16="http://schemas.microsoft.com/office/drawing/2014/main" id="{F65728E3-1419-D94D-CEB4-5CAC0FCA0395}"/>
              </a:ext>
            </a:extLst>
          </p:cNvPr>
          <p:cNvSpPr/>
          <p:nvPr/>
        </p:nvSpPr>
        <p:spPr>
          <a:xfrm rot="2804192">
            <a:off x="30142257" y="33242325"/>
            <a:ext cx="1280141" cy="1280141"/>
          </a:xfrm>
          <a:prstGeom prst="plus">
            <a:avLst>
              <a:gd name="adj" fmla="val 4325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45" dirty="0">
              <a:latin typeface="+mj-lt"/>
            </a:endParaRPr>
          </a:p>
        </p:txBody>
      </p:sp>
      <p:sp>
        <p:nvSpPr>
          <p:cNvPr id="85" name="Cross 84">
            <a:extLst>
              <a:ext uri="{FF2B5EF4-FFF2-40B4-BE49-F238E27FC236}">
                <a16:creationId xmlns:a16="http://schemas.microsoft.com/office/drawing/2014/main" id="{0CC69FFE-43A2-4107-C1D7-10C05D28EA69}"/>
              </a:ext>
            </a:extLst>
          </p:cNvPr>
          <p:cNvSpPr/>
          <p:nvPr/>
        </p:nvSpPr>
        <p:spPr>
          <a:xfrm rot="2804192">
            <a:off x="10680329" y="15813383"/>
            <a:ext cx="1280141" cy="1280141"/>
          </a:xfrm>
          <a:prstGeom prst="plus">
            <a:avLst>
              <a:gd name="adj" fmla="val 4325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45">
              <a:latin typeface="+mj-lt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AA10E1D4-F321-456C-FF1C-8DC06576A3E8}"/>
              </a:ext>
            </a:extLst>
          </p:cNvPr>
          <p:cNvSpPr/>
          <p:nvPr/>
        </p:nvSpPr>
        <p:spPr>
          <a:xfrm>
            <a:off x="0" y="26733332"/>
            <a:ext cx="20518886" cy="370649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534" dirty="0">
                <a:solidFill>
                  <a:schemeClr val="tx1"/>
                </a:solidFill>
                <a:latin typeface="+mj-lt"/>
              </a:rPr>
              <a:t>Secure data destruction of personally identifiable data 6-12 months after study end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38B22EBE-12C3-119F-2C11-1063E9432592}"/>
              </a:ext>
            </a:extLst>
          </p:cNvPr>
          <p:cNvCxnSpPr>
            <a:cxnSpLocks/>
          </p:cNvCxnSpPr>
          <p:nvPr/>
        </p:nvCxnSpPr>
        <p:spPr>
          <a:xfrm>
            <a:off x="15128896" y="22951843"/>
            <a:ext cx="0" cy="3797753"/>
          </a:xfrm>
          <a:prstGeom prst="straightConnector1">
            <a:avLst/>
          </a:prstGeom>
          <a:ln w="123825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2879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15024</TotalTime>
  <Words>159</Words>
  <Application>Microsoft Office PowerPoint</Application>
  <PresentationFormat>Custom</PresentationFormat>
  <Paragraphs>39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Calibri Light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Raquel Jemes</dc:creator>
  <cp:lastModifiedBy>Neil Lawrence</cp:lastModifiedBy>
  <cp:revision>46</cp:revision>
  <dcterms:created xsi:type="dcterms:W3CDTF">2020-08-28T12:01:50Z</dcterms:created>
  <dcterms:modified xsi:type="dcterms:W3CDTF">2025-12-13T10:06:25Z</dcterms:modified>
</cp:coreProperties>
</file>