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7" r:id="rId2"/>
    <p:sldId id="258" r:id="rId3"/>
    <p:sldId id="259" r:id="rId4"/>
  </p:sldIdLst>
  <p:sldSz cx="50399950" cy="5039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43ED59-20C7-4FDF-8DCA-8A14D1AA1C8C}" name="Microsoft Office User" initials="MOU" userId="Microsoft Office 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47D"/>
    <a:srgbClr val="DF182F"/>
    <a:srgbClr val="164589"/>
    <a:srgbClr val="DF3128"/>
    <a:srgbClr val="FAD226"/>
    <a:srgbClr val="01B8F4"/>
    <a:srgbClr val="377AAB"/>
    <a:srgbClr val="F1739A"/>
    <a:srgbClr val="F06691"/>
    <a:srgbClr val="EF5B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96" autoAdjust="0"/>
    <p:restoredTop sz="94660"/>
  </p:normalViewPr>
  <p:slideViewPr>
    <p:cSldViewPr snapToGrid="0">
      <p:cViewPr varScale="1">
        <p:scale>
          <a:sx n="11" d="100"/>
          <a:sy n="11" d="100"/>
        </p:scale>
        <p:origin x="2410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Lawrence" userId="8a61cc64-6ddc-44c3-ba44-40882efe7d33" providerId="ADAL" clId="{CEE63534-9BD7-4481-A681-F1313E7A189E}"/>
    <pc:docChg chg="undo custSel modSld">
      <pc:chgData name="Neil Lawrence" userId="8a61cc64-6ddc-44c3-ba44-40882efe7d33" providerId="ADAL" clId="{CEE63534-9BD7-4481-A681-F1313E7A189E}" dt="2025-11-26T15:06:14.827" v="672" actId="21"/>
      <pc:docMkLst>
        <pc:docMk/>
      </pc:docMkLst>
      <pc:sldChg chg="addSp delSp modSp mod">
        <pc:chgData name="Neil Lawrence" userId="8a61cc64-6ddc-44c3-ba44-40882efe7d33" providerId="ADAL" clId="{CEE63534-9BD7-4481-A681-F1313E7A189E}" dt="2025-11-26T15:06:14.827" v="672" actId="21"/>
        <pc:sldMkLst>
          <pc:docMk/>
          <pc:sldMk cId="1012879494" sldId="257"/>
        </pc:sldMkLst>
        <pc:spChg chg="mod">
          <ac:chgData name="Neil Lawrence" userId="8a61cc64-6ddc-44c3-ba44-40882efe7d33" providerId="ADAL" clId="{CEE63534-9BD7-4481-A681-F1313E7A189E}" dt="2025-11-26T13:59:17.785" v="445" actId="2711"/>
          <ac:spMkLst>
            <pc:docMk/>
            <pc:sldMk cId="1012879494" sldId="257"/>
            <ac:spMk id="4" creationId="{815A1CC5-F1AA-A5C8-080F-26163A21EE56}"/>
          </ac:spMkLst>
        </pc:spChg>
      </pc:sldChg>
    </pc:docChg>
  </pc:docChgLst>
  <pc:docChgLst>
    <pc:chgData name="Neil Lawrence" userId="8a61cc64-6ddc-44c3-ba44-40882efe7d33" providerId="ADAL" clId="{BF1B8DAB-338F-4601-B392-663CE50DFD73}"/>
    <pc:docChg chg="modSld">
      <pc:chgData name="Neil Lawrence" userId="8a61cc64-6ddc-44c3-ba44-40882efe7d33" providerId="ADAL" clId="{BF1B8DAB-338F-4601-B392-663CE50DFD73}" dt="2025-12-13T10:24:51.739" v="17" actId="20577"/>
      <pc:docMkLst>
        <pc:docMk/>
      </pc:docMkLst>
      <pc:sldChg chg="modSp mod">
        <pc:chgData name="Neil Lawrence" userId="8a61cc64-6ddc-44c3-ba44-40882efe7d33" providerId="ADAL" clId="{BF1B8DAB-338F-4601-B392-663CE50DFD73}" dt="2025-12-13T10:24:32.758" v="5" actId="20577"/>
        <pc:sldMkLst>
          <pc:docMk/>
          <pc:sldMk cId="1012879494" sldId="257"/>
        </pc:sldMkLst>
        <pc:spChg chg="mod">
          <ac:chgData name="Neil Lawrence" userId="8a61cc64-6ddc-44c3-ba44-40882efe7d33" providerId="ADAL" clId="{BF1B8DAB-338F-4601-B392-663CE50DFD73}" dt="2025-12-13T10:24:32.758" v="5" actId="20577"/>
          <ac:spMkLst>
            <pc:docMk/>
            <pc:sldMk cId="1012879494" sldId="257"/>
            <ac:spMk id="136" creationId="{B35C15D5-D389-B251-BF45-C81850AB2C34}"/>
          </ac:spMkLst>
        </pc:spChg>
      </pc:sldChg>
      <pc:sldChg chg="modSp mod">
        <pc:chgData name="Neil Lawrence" userId="8a61cc64-6ddc-44c3-ba44-40882efe7d33" providerId="ADAL" clId="{BF1B8DAB-338F-4601-B392-663CE50DFD73}" dt="2025-12-13T10:24:41.737" v="11" actId="20577"/>
        <pc:sldMkLst>
          <pc:docMk/>
          <pc:sldMk cId="1263356014" sldId="258"/>
        </pc:sldMkLst>
        <pc:spChg chg="mod">
          <ac:chgData name="Neil Lawrence" userId="8a61cc64-6ddc-44c3-ba44-40882efe7d33" providerId="ADAL" clId="{BF1B8DAB-338F-4601-B392-663CE50DFD73}" dt="2025-12-13T10:24:41.737" v="11" actId="20577"/>
          <ac:spMkLst>
            <pc:docMk/>
            <pc:sldMk cId="1263356014" sldId="258"/>
            <ac:spMk id="2" creationId="{DF96305F-D66A-DA08-6AF1-4BB746F591CB}"/>
          </ac:spMkLst>
        </pc:spChg>
      </pc:sldChg>
      <pc:sldChg chg="modSp mod">
        <pc:chgData name="Neil Lawrence" userId="8a61cc64-6ddc-44c3-ba44-40882efe7d33" providerId="ADAL" clId="{BF1B8DAB-338F-4601-B392-663CE50DFD73}" dt="2025-12-13T10:24:51.739" v="17" actId="20577"/>
        <pc:sldMkLst>
          <pc:docMk/>
          <pc:sldMk cId="2109108039" sldId="259"/>
        </pc:sldMkLst>
        <pc:spChg chg="mod">
          <ac:chgData name="Neil Lawrence" userId="8a61cc64-6ddc-44c3-ba44-40882efe7d33" providerId="ADAL" clId="{BF1B8DAB-338F-4601-B392-663CE50DFD73}" dt="2025-12-13T10:24:51.739" v="17" actId="20577"/>
          <ac:spMkLst>
            <pc:docMk/>
            <pc:sldMk cId="2109108039" sldId="259"/>
            <ac:spMk id="2" creationId="{CB4E7AFD-367F-1B98-4A24-E4982B386F64}"/>
          </ac:spMkLst>
        </pc:spChg>
      </pc:sldChg>
    </pc:docChg>
  </pc:docChgLst>
  <pc:docChgLst>
    <pc:chgData name="Neil Lawrence" userId="8a61cc64-6ddc-44c3-ba44-40882efe7d33" providerId="ADAL" clId="{93D0E51D-B4B9-4DDF-82B7-715CCFBF2E9E}"/>
    <pc:docChg chg="custSel modSld">
      <pc:chgData name="Neil Lawrence" userId="8a61cc64-6ddc-44c3-ba44-40882efe7d33" providerId="ADAL" clId="{93D0E51D-B4B9-4DDF-82B7-715CCFBF2E9E}" dt="2025-11-21T15:37:27.227" v="1" actId="21"/>
      <pc:docMkLst>
        <pc:docMk/>
      </pc:docMkLst>
      <pc:sldChg chg="addSp delSp mod">
        <pc:chgData name="Neil Lawrence" userId="8a61cc64-6ddc-44c3-ba44-40882efe7d33" providerId="ADAL" clId="{93D0E51D-B4B9-4DDF-82B7-715CCFBF2E9E}" dt="2025-11-21T15:37:27.227" v="1" actId="21"/>
        <pc:sldMkLst>
          <pc:docMk/>
          <pc:sldMk cId="1012879494" sldId="257"/>
        </pc:sldMkLst>
      </pc:sldChg>
    </pc:docChg>
  </pc:docChgLst>
  <pc:docChgLst>
    <pc:chgData name="Neil Lawrence" userId="8a61cc64-6ddc-44c3-ba44-40882efe7d33" providerId="ADAL" clId="{86F0F384-2CBC-4645-BB4A-E1AC5ECDD324}"/>
    <pc:docChg chg="custSel addSld delSld modSld">
      <pc:chgData name="Neil Lawrence" userId="8a61cc64-6ddc-44c3-ba44-40882efe7d33" providerId="ADAL" clId="{86F0F384-2CBC-4645-BB4A-E1AC5ECDD324}" dt="2025-12-02T09:15:02.032" v="2248" actId="20577"/>
      <pc:docMkLst>
        <pc:docMk/>
      </pc:docMkLst>
      <pc:sldChg chg="addSp delSp modSp mod">
        <pc:chgData name="Neil Lawrence" userId="8a61cc64-6ddc-44c3-ba44-40882efe7d33" providerId="ADAL" clId="{86F0F384-2CBC-4645-BB4A-E1AC5ECDD324}" dt="2025-12-02T08:57:24.331" v="2245" actId="20577"/>
        <pc:sldMkLst>
          <pc:docMk/>
          <pc:sldMk cId="1012879494" sldId="257"/>
        </pc:sldMkLst>
        <pc:spChg chg="mod">
          <ac:chgData name="Neil Lawrence" userId="8a61cc64-6ddc-44c3-ba44-40882efe7d33" providerId="ADAL" clId="{86F0F384-2CBC-4645-BB4A-E1AC5ECDD324}" dt="2025-12-01T17:02:47.831" v="1003" actId="14100"/>
          <ac:spMkLst>
            <pc:docMk/>
            <pc:sldMk cId="1012879494" sldId="257"/>
            <ac:spMk id="4" creationId="{815A1CC5-F1AA-A5C8-080F-26163A21EE56}"/>
          </ac:spMkLst>
        </pc:spChg>
        <pc:spChg chg="add mod ord">
          <ac:chgData name="Neil Lawrence" userId="8a61cc64-6ddc-44c3-ba44-40882efe7d33" providerId="ADAL" clId="{86F0F384-2CBC-4645-BB4A-E1AC5ECDD324}" dt="2025-12-01T17:04:35.432" v="1119" actId="14100"/>
          <ac:spMkLst>
            <pc:docMk/>
            <pc:sldMk cId="1012879494" sldId="257"/>
            <ac:spMk id="9" creationId="{7427EFC8-2C15-FB7C-46FA-6EF73FCBF76A}"/>
          </ac:spMkLst>
        </pc:spChg>
        <pc:spChg chg="add mod ord">
          <ac:chgData name="Neil Lawrence" userId="8a61cc64-6ddc-44c3-ba44-40882efe7d33" providerId="ADAL" clId="{86F0F384-2CBC-4645-BB4A-E1AC5ECDD324}" dt="2025-12-01T17:04:59.892" v="1132" actId="1035"/>
          <ac:spMkLst>
            <pc:docMk/>
            <pc:sldMk cId="1012879494" sldId="257"/>
            <ac:spMk id="16" creationId="{1B1893C2-A9C5-4D97-6A7A-C7CE847A30F4}"/>
          </ac:spMkLst>
        </pc:spChg>
        <pc:spChg chg="add mod">
          <ac:chgData name="Neil Lawrence" userId="8a61cc64-6ddc-44c3-ba44-40882efe7d33" providerId="ADAL" clId="{86F0F384-2CBC-4645-BB4A-E1AC5ECDD324}" dt="2025-12-02T07:45:25.505" v="1446" actId="1035"/>
          <ac:spMkLst>
            <pc:docMk/>
            <pc:sldMk cId="1012879494" sldId="257"/>
            <ac:spMk id="27" creationId="{B98643AE-5240-0568-55D0-5E33487C6559}"/>
          </ac:spMkLst>
        </pc:spChg>
        <pc:spChg chg="add mod">
          <ac:chgData name="Neil Lawrence" userId="8a61cc64-6ddc-44c3-ba44-40882efe7d33" providerId="ADAL" clId="{86F0F384-2CBC-4645-BB4A-E1AC5ECDD324}" dt="2025-12-01T17:06:32.290" v="1295" actId="20577"/>
          <ac:spMkLst>
            <pc:docMk/>
            <pc:sldMk cId="1012879494" sldId="257"/>
            <ac:spMk id="130" creationId="{74A396B0-8D19-FBDB-AB1D-ECAF6CAC4924}"/>
          </ac:spMkLst>
        </pc:spChg>
        <pc:spChg chg="add mod">
          <ac:chgData name="Neil Lawrence" userId="8a61cc64-6ddc-44c3-ba44-40882efe7d33" providerId="ADAL" clId="{86F0F384-2CBC-4645-BB4A-E1AC5ECDD324}" dt="2025-12-02T08:57:24.331" v="2245" actId="20577"/>
          <ac:spMkLst>
            <pc:docMk/>
            <pc:sldMk cId="1012879494" sldId="257"/>
            <ac:spMk id="136" creationId="{B35C15D5-D389-B251-BF45-C81850AB2C34}"/>
          </ac:spMkLst>
        </pc:spChg>
        <pc:cxnChg chg="mod">
          <ac:chgData name="Neil Lawrence" userId="8a61cc64-6ddc-44c3-ba44-40882efe7d33" providerId="ADAL" clId="{86F0F384-2CBC-4645-BB4A-E1AC5ECDD324}" dt="2025-12-01T17:04:35.432" v="1119" actId="14100"/>
          <ac:cxnSpMkLst>
            <pc:docMk/>
            <pc:sldMk cId="1012879494" sldId="257"/>
            <ac:cxnSpMk id="5" creationId="{9092D443-6E2A-0FD3-F261-31C476A7E982}"/>
          </ac:cxnSpMkLst>
        </pc:cxnChg>
        <pc:cxnChg chg="add mod">
          <ac:chgData name="Neil Lawrence" userId="8a61cc64-6ddc-44c3-ba44-40882efe7d33" providerId="ADAL" clId="{86F0F384-2CBC-4645-BB4A-E1AC5ECDD324}" dt="2025-12-01T17:04:59.892" v="1132" actId="1035"/>
          <ac:cxnSpMkLst>
            <pc:docMk/>
            <pc:sldMk cId="1012879494" sldId="257"/>
            <ac:cxnSpMk id="118" creationId="{59E2ED88-D27D-CC24-16CE-A7951EECBD1B}"/>
          </ac:cxnSpMkLst>
        </pc:cxnChg>
        <pc:cxnChg chg="add mod">
          <ac:chgData name="Neil Lawrence" userId="8a61cc64-6ddc-44c3-ba44-40882efe7d33" providerId="ADAL" clId="{86F0F384-2CBC-4645-BB4A-E1AC5ECDD324}" dt="2025-12-01T17:04:59.892" v="1132" actId="1035"/>
          <ac:cxnSpMkLst>
            <pc:docMk/>
            <pc:sldMk cId="1012879494" sldId="257"/>
            <ac:cxnSpMk id="122" creationId="{37E02E1C-E745-ED09-E1ED-50871C6E02DC}"/>
          </ac:cxnSpMkLst>
        </pc:cxnChg>
        <pc:cxnChg chg="add mod ord">
          <ac:chgData name="Neil Lawrence" userId="8a61cc64-6ddc-44c3-ba44-40882efe7d33" providerId="ADAL" clId="{86F0F384-2CBC-4645-BB4A-E1AC5ECDD324}" dt="2025-12-01T17:04:59.892" v="1132" actId="1035"/>
          <ac:cxnSpMkLst>
            <pc:docMk/>
            <pc:sldMk cId="1012879494" sldId="257"/>
            <ac:cxnSpMk id="124" creationId="{510054A9-8064-0C00-E581-E2F0BBCBA9B3}"/>
          </ac:cxnSpMkLst>
        </pc:cxnChg>
      </pc:sldChg>
      <pc:sldChg chg="addSp modSp new mod">
        <pc:chgData name="Neil Lawrence" userId="8a61cc64-6ddc-44c3-ba44-40882efe7d33" providerId="ADAL" clId="{86F0F384-2CBC-4645-BB4A-E1AC5ECDD324}" dt="2025-12-02T09:15:02.032" v="2248" actId="20577"/>
        <pc:sldMkLst>
          <pc:docMk/>
          <pc:sldMk cId="1263356014" sldId="258"/>
        </pc:sldMkLst>
        <pc:spChg chg="add mod">
          <ac:chgData name="Neil Lawrence" userId="8a61cc64-6ddc-44c3-ba44-40882efe7d33" providerId="ADAL" clId="{86F0F384-2CBC-4645-BB4A-E1AC5ECDD324}" dt="2025-12-02T07:47:56.163" v="1567"/>
          <ac:spMkLst>
            <pc:docMk/>
            <pc:sldMk cId="1263356014" sldId="258"/>
            <ac:spMk id="2" creationId="{DF96305F-D66A-DA08-6AF1-4BB746F591CB}"/>
          </ac:spMkLst>
        </pc:spChg>
        <pc:spChg chg="add mod">
          <ac:chgData name="Neil Lawrence" userId="8a61cc64-6ddc-44c3-ba44-40882efe7d33" providerId="ADAL" clId="{86F0F384-2CBC-4645-BB4A-E1AC5ECDD324}" dt="2025-12-02T07:46:10.944" v="1491" actId="1036"/>
          <ac:spMkLst>
            <pc:docMk/>
            <pc:sldMk cId="1263356014" sldId="258"/>
            <ac:spMk id="33" creationId="{70698F13-27CA-AA97-2168-D9AB0ADCA38B}"/>
          </ac:spMkLst>
        </pc:spChg>
        <pc:spChg chg="mod">
          <ac:chgData name="Neil Lawrence" userId="8a61cc64-6ddc-44c3-ba44-40882efe7d33" providerId="ADAL" clId="{86F0F384-2CBC-4645-BB4A-E1AC5ECDD324}" dt="2025-12-02T07:50:57.463" v="1820" actId="14100"/>
          <ac:spMkLst>
            <pc:docMk/>
            <pc:sldMk cId="1263356014" sldId="258"/>
            <ac:spMk id="46" creationId="{5C6F68BF-CDBB-0D83-BB8B-9399E99F0B32}"/>
          </ac:spMkLst>
        </pc:spChg>
        <pc:spChg chg="mod">
          <ac:chgData name="Neil Lawrence" userId="8a61cc64-6ddc-44c3-ba44-40882efe7d33" providerId="ADAL" clId="{86F0F384-2CBC-4645-BB4A-E1AC5ECDD324}" dt="2025-12-02T07:50:59.916" v="1821" actId="14100"/>
          <ac:spMkLst>
            <pc:docMk/>
            <pc:sldMk cId="1263356014" sldId="258"/>
            <ac:spMk id="53" creationId="{AF76442B-4455-DB84-F061-225E2B91DD5F}"/>
          </ac:spMkLst>
        </pc:spChg>
        <pc:spChg chg="add mod">
          <ac:chgData name="Neil Lawrence" userId="8a61cc64-6ddc-44c3-ba44-40882efe7d33" providerId="ADAL" clId="{86F0F384-2CBC-4645-BB4A-E1AC5ECDD324}" dt="2025-12-02T09:15:02.032" v="2248" actId="20577"/>
          <ac:spMkLst>
            <pc:docMk/>
            <pc:sldMk cId="1263356014" sldId="258"/>
            <ac:spMk id="62" creationId="{2E80C553-7960-C73A-F8DA-B7AEA7BD17F6}"/>
          </ac:spMkLst>
        </pc:spChg>
        <pc:spChg chg="add mod">
          <ac:chgData name="Neil Lawrence" userId="8a61cc64-6ddc-44c3-ba44-40882efe7d33" providerId="ADAL" clId="{86F0F384-2CBC-4645-BB4A-E1AC5ECDD324}" dt="2025-12-02T07:50:55.465" v="1819" actId="14100"/>
          <ac:spMkLst>
            <pc:docMk/>
            <pc:sldMk cId="1263356014" sldId="258"/>
            <ac:spMk id="64" creationId="{CA7C1155-5D53-D483-8D0A-9EF9516B8824}"/>
          </ac:spMkLst>
        </pc:spChg>
        <pc:spChg chg="add mod">
          <ac:chgData name="Neil Lawrence" userId="8a61cc64-6ddc-44c3-ba44-40882efe7d33" providerId="ADAL" clId="{86F0F384-2CBC-4645-BB4A-E1AC5ECDD324}" dt="2025-12-02T07:46:10.944" v="1491" actId="1036"/>
          <ac:spMkLst>
            <pc:docMk/>
            <pc:sldMk cId="1263356014" sldId="258"/>
            <ac:spMk id="71" creationId="{E244CDF9-23A0-F5EE-5F3C-06FD8A7B0F6B}"/>
          </ac:spMkLst>
        </pc:spChg>
        <pc:spChg chg="add mod">
          <ac:chgData name="Neil Lawrence" userId="8a61cc64-6ddc-44c3-ba44-40882efe7d33" providerId="ADAL" clId="{86F0F384-2CBC-4645-BB4A-E1AC5ECDD324}" dt="2025-12-02T07:46:10.944" v="1491" actId="1036"/>
          <ac:spMkLst>
            <pc:docMk/>
            <pc:sldMk cId="1263356014" sldId="258"/>
            <ac:spMk id="78" creationId="{F8F75011-EF17-3C14-423F-043C9995B23E}"/>
          </ac:spMkLst>
        </pc:spChg>
        <pc:spChg chg="add mod">
          <ac:chgData name="Neil Lawrence" userId="8a61cc64-6ddc-44c3-ba44-40882efe7d33" providerId="ADAL" clId="{86F0F384-2CBC-4645-BB4A-E1AC5ECDD324}" dt="2025-12-02T07:46:10.944" v="1491" actId="1036"/>
          <ac:spMkLst>
            <pc:docMk/>
            <pc:sldMk cId="1263356014" sldId="258"/>
            <ac:spMk id="96" creationId="{467E0825-A0A8-71BD-F980-95F54D1763A9}"/>
          </ac:spMkLst>
        </pc:spChg>
        <pc:spChg chg="add mod">
          <ac:chgData name="Neil Lawrence" userId="8a61cc64-6ddc-44c3-ba44-40882efe7d33" providerId="ADAL" clId="{86F0F384-2CBC-4645-BB4A-E1AC5ECDD324}" dt="2025-12-02T07:46:10.944" v="1491" actId="1036"/>
          <ac:spMkLst>
            <pc:docMk/>
            <pc:sldMk cId="1263356014" sldId="258"/>
            <ac:spMk id="99" creationId="{7ED228E0-AE5E-C41B-CA2B-C16639DC444C}"/>
          </ac:spMkLst>
        </pc:spChg>
        <pc:spChg chg="add mod">
          <ac:chgData name="Neil Lawrence" userId="8a61cc64-6ddc-44c3-ba44-40882efe7d33" providerId="ADAL" clId="{86F0F384-2CBC-4645-BB4A-E1AC5ECDD324}" dt="2025-12-02T07:46:10.944" v="1491" actId="1036"/>
          <ac:spMkLst>
            <pc:docMk/>
            <pc:sldMk cId="1263356014" sldId="258"/>
            <ac:spMk id="108" creationId="{5187125E-3B25-CD31-6989-FFC8874E4F72}"/>
          </ac:spMkLst>
        </pc:spChg>
        <pc:spChg chg="add mod">
          <ac:chgData name="Neil Lawrence" userId="8a61cc64-6ddc-44c3-ba44-40882efe7d33" providerId="ADAL" clId="{86F0F384-2CBC-4645-BB4A-E1AC5ECDD324}" dt="2025-12-02T07:46:26.085" v="1492" actId="2085"/>
          <ac:spMkLst>
            <pc:docMk/>
            <pc:sldMk cId="1263356014" sldId="258"/>
            <ac:spMk id="131" creationId="{D1BAD77E-49A6-52A1-5463-24379E9E7DBE}"/>
          </ac:spMkLst>
        </pc:spChg>
        <pc:spChg chg="add mod">
          <ac:chgData name="Neil Lawrence" userId="8a61cc64-6ddc-44c3-ba44-40882efe7d33" providerId="ADAL" clId="{86F0F384-2CBC-4645-BB4A-E1AC5ECDD324}" dt="2025-12-02T07:46:10.944" v="1491" actId="1036"/>
          <ac:spMkLst>
            <pc:docMk/>
            <pc:sldMk cId="1263356014" sldId="258"/>
            <ac:spMk id="132" creationId="{DDED7CE5-586D-7412-798B-5F1D905784B3}"/>
          </ac:spMkLst>
        </pc:spChg>
      </pc:sldChg>
      <pc:sldChg chg="modSp add mod">
        <pc:chgData name="Neil Lawrence" userId="8a61cc64-6ddc-44c3-ba44-40882efe7d33" providerId="ADAL" clId="{86F0F384-2CBC-4645-BB4A-E1AC5ECDD324}" dt="2025-12-02T07:56:26.451" v="2243" actId="20577"/>
        <pc:sldMkLst>
          <pc:docMk/>
          <pc:sldMk cId="2109108039" sldId="259"/>
        </pc:sldMkLst>
        <pc:spChg chg="mod">
          <ac:chgData name="Neil Lawrence" userId="8a61cc64-6ddc-44c3-ba44-40882efe7d33" providerId="ADAL" clId="{86F0F384-2CBC-4645-BB4A-E1AC5ECDD324}" dt="2025-12-02T07:49:24.278" v="1708" actId="20577"/>
          <ac:spMkLst>
            <pc:docMk/>
            <pc:sldMk cId="2109108039" sldId="259"/>
            <ac:spMk id="30" creationId="{865FC3D3-1A90-93D9-3481-271F6CFEE24D}"/>
          </ac:spMkLst>
        </pc:spChg>
        <pc:spChg chg="mod">
          <ac:chgData name="Neil Lawrence" userId="8a61cc64-6ddc-44c3-ba44-40882efe7d33" providerId="ADAL" clId="{86F0F384-2CBC-4645-BB4A-E1AC5ECDD324}" dt="2025-12-02T07:49:29.352" v="1715" actId="20577"/>
          <ac:spMkLst>
            <pc:docMk/>
            <pc:sldMk cId="2109108039" sldId="259"/>
            <ac:spMk id="33" creationId="{F71BD2CE-5566-7443-6648-58C54115CF77}"/>
          </ac:spMkLst>
        </pc:spChg>
        <pc:spChg chg="mod">
          <ac:chgData name="Neil Lawrence" userId="8a61cc64-6ddc-44c3-ba44-40882efe7d33" providerId="ADAL" clId="{86F0F384-2CBC-4645-BB4A-E1AC5ECDD324}" dt="2025-12-02T07:49:48.618" v="1735" actId="20577"/>
          <ac:spMkLst>
            <pc:docMk/>
            <pc:sldMk cId="2109108039" sldId="259"/>
            <ac:spMk id="38" creationId="{92C4CBB5-8CE5-20E6-E41D-E802A63C375D}"/>
          </ac:spMkLst>
        </pc:spChg>
        <pc:spChg chg="mod">
          <ac:chgData name="Neil Lawrence" userId="8a61cc64-6ddc-44c3-ba44-40882efe7d33" providerId="ADAL" clId="{86F0F384-2CBC-4645-BB4A-E1AC5ECDD324}" dt="2025-12-02T07:50:27.512" v="1795" actId="14100"/>
          <ac:spMkLst>
            <pc:docMk/>
            <pc:sldMk cId="2109108039" sldId="259"/>
            <ac:spMk id="46" creationId="{12B740D6-6D8C-E3FE-83D9-DCE5EE5AFA81}"/>
          </ac:spMkLst>
        </pc:spChg>
        <pc:spChg chg="mod">
          <ac:chgData name="Neil Lawrence" userId="8a61cc64-6ddc-44c3-ba44-40882efe7d33" providerId="ADAL" clId="{86F0F384-2CBC-4645-BB4A-E1AC5ECDD324}" dt="2025-12-02T07:51:12.728" v="1829" actId="20577"/>
          <ac:spMkLst>
            <pc:docMk/>
            <pc:sldMk cId="2109108039" sldId="259"/>
            <ac:spMk id="53" creationId="{F0E06C4B-737C-DEC7-108B-6353A9A5FD78}"/>
          </ac:spMkLst>
        </pc:spChg>
        <pc:spChg chg="mod">
          <ac:chgData name="Neil Lawrence" userId="8a61cc64-6ddc-44c3-ba44-40882efe7d33" providerId="ADAL" clId="{86F0F384-2CBC-4645-BB4A-E1AC5ECDD324}" dt="2025-12-02T07:51:50.764" v="1850" actId="20577"/>
          <ac:spMkLst>
            <pc:docMk/>
            <pc:sldMk cId="2109108039" sldId="259"/>
            <ac:spMk id="62" creationId="{E59782E8-271A-2A39-6B43-97664B45F5C0}"/>
          </ac:spMkLst>
        </pc:spChg>
        <pc:spChg chg="mod">
          <ac:chgData name="Neil Lawrence" userId="8a61cc64-6ddc-44c3-ba44-40882efe7d33" providerId="ADAL" clId="{86F0F384-2CBC-4645-BB4A-E1AC5ECDD324}" dt="2025-12-02T07:52:52.120" v="1895" actId="20577"/>
          <ac:spMkLst>
            <pc:docMk/>
            <pc:sldMk cId="2109108039" sldId="259"/>
            <ac:spMk id="64" creationId="{A11781C6-59E6-928B-C31D-44650219F63F}"/>
          </ac:spMkLst>
        </pc:spChg>
        <pc:spChg chg="mod">
          <ac:chgData name="Neil Lawrence" userId="8a61cc64-6ddc-44c3-ba44-40882efe7d33" providerId="ADAL" clId="{86F0F384-2CBC-4645-BB4A-E1AC5ECDD324}" dt="2025-12-02T07:53:34.169" v="1952" actId="20577"/>
          <ac:spMkLst>
            <pc:docMk/>
            <pc:sldMk cId="2109108039" sldId="259"/>
            <ac:spMk id="71" creationId="{0A2FFE83-6CC5-B5A5-7B32-7D33D1D3EC9F}"/>
          </ac:spMkLst>
        </pc:spChg>
        <pc:spChg chg="mod">
          <ac:chgData name="Neil Lawrence" userId="8a61cc64-6ddc-44c3-ba44-40882efe7d33" providerId="ADAL" clId="{86F0F384-2CBC-4645-BB4A-E1AC5ECDD324}" dt="2025-12-02T07:56:26.451" v="2243" actId="20577"/>
          <ac:spMkLst>
            <pc:docMk/>
            <pc:sldMk cId="2109108039" sldId="259"/>
            <ac:spMk id="78" creationId="{21C58B55-04C4-E435-8E0C-FB0B138A6698}"/>
          </ac:spMkLst>
        </pc:spChg>
        <pc:spChg chg="mod">
          <ac:chgData name="Neil Lawrence" userId="8a61cc64-6ddc-44c3-ba44-40882efe7d33" providerId="ADAL" clId="{86F0F384-2CBC-4645-BB4A-E1AC5ECDD324}" dt="2025-12-02T07:55:43.513" v="2221" actId="20577"/>
          <ac:spMkLst>
            <pc:docMk/>
            <pc:sldMk cId="2109108039" sldId="259"/>
            <ac:spMk id="99" creationId="{6DDA9061-48F1-DA69-8FC3-28DD30141137}"/>
          </ac:spMkLst>
        </pc:spChg>
        <pc:spChg chg="mod">
          <ac:chgData name="Neil Lawrence" userId="8a61cc64-6ddc-44c3-ba44-40882efe7d33" providerId="ADAL" clId="{86F0F384-2CBC-4645-BB4A-E1AC5ECDD324}" dt="2025-12-02T07:56:14.341" v="2232" actId="14100"/>
          <ac:spMkLst>
            <pc:docMk/>
            <pc:sldMk cId="2109108039" sldId="259"/>
            <ac:spMk id="108" creationId="{7E95A1BC-E148-EECE-6975-9E982C64A038}"/>
          </ac:spMkLst>
        </pc:spChg>
        <pc:spChg chg="mod">
          <ac:chgData name="Neil Lawrence" userId="8a61cc64-6ddc-44c3-ba44-40882efe7d33" providerId="ADAL" clId="{86F0F384-2CBC-4645-BB4A-E1AC5ECDD324}" dt="2025-12-02T07:48:19.194" v="1585" actId="20577"/>
          <ac:spMkLst>
            <pc:docMk/>
            <pc:sldMk cId="2109108039" sldId="259"/>
            <ac:spMk id="131" creationId="{6F413045-C12B-8D60-F771-7C54F1F93F85}"/>
          </ac:spMkLst>
        </pc:spChg>
        <pc:spChg chg="mod">
          <ac:chgData name="Neil Lawrence" userId="8a61cc64-6ddc-44c3-ba44-40882efe7d33" providerId="ADAL" clId="{86F0F384-2CBC-4645-BB4A-E1AC5ECDD324}" dt="2025-12-02T07:49:02.509" v="1676" actId="20577"/>
          <ac:spMkLst>
            <pc:docMk/>
            <pc:sldMk cId="2109108039" sldId="259"/>
            <ac:spMk id="132" creationId="{175A9775-4D95-5B69-7339-A043428AE31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9996" y="8248329"/>
            <a:ext cx="42839958" cy="17546649"/>
          </a:xfrm>
        </p:spPr>
        <p:txBody>
          <a:bodyPr anchor="b"/>
          <a:lstStyle>
            <a:lvl1pPr algn="ctr">
              <a:defRPr sz="330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9994" y="26471644"/>
            <a:ext cx="37799963" cy="12168318"/>
          </a:xfrm>
        </p:spPr>
        <p:txBody>
          <a:bodyPr/>
          <a:lstStyle>
            <a:lvl1pPr marL="0" indent="0" algn="ctr">
              <a:buNone/>
              <a:defRPr sz="13228"/>
            </a:lvl1pPr>
            <a:lvl2pPr marL="2519995" indent="0" algn="ctr">
              <a:buNone/>
              <a:defRPr sz="11024"/>
            </a:lvl2pPr>
            <a:lvl3pPr marL="5039990" indent="0" algn="ctr">
              <a:buNone/>
              <a:defRPr sz="9921"/>
            </a:lvl3pPr>
            <a:lvl4pPr marL="7559985" indent="0" algn="ctr">
              <a:buNone/>
              <a:defRPr sz="8819"/>
            </a:lvl4pPr>
            <a:lvl5pPr marL="10079980" indent="0" algn="ctr">
              <a:buNone/>
              <a:defRPr sz="8819"/>
            </a:lvl5pPr>
            <a:lvl6pPr marL="12599975" indent="0" algn="ctr">
              <a:buNone/>
              <a:defRPr sz="8819"/>
            </a:lvl6pPr>
            <a:lvl7pPr marL="15119970" indent="0" algn="ctr">
              <a:buNone/>
              <a:defRPr sz="8819"/>
            </a:lvl7pPr>
            <a:lvl8pPr marL="17639965" indent="0" algn="ctr">
              <a:buNone/>
              <a:defRPr sz="8819"/>
            </a:lvl8pPr>
            <a:lvl9pPr marL="20159960" indent="0" algn="ctr">
              <a:buNone/>
              <a:defRPr sz="881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8050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749" y="12565002"/>
            <a:ext cx="43469957" cy="20964976"/>
          </a:xfrm>
        </p:spPr>
        <p:txBody>
          <a:bodyPr anchor="b"/>
          <a:lstStyle>
            <a:lvl1pPr>
              <a:defRPr sz="330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749" y="33728315"/>
            <a:ext cx="43469957" cy="11024985"/>
          </a:xfrm>
        </p:spPr>
        <p:txBody>
          <a:bodyPr/>
          <a:lstStyle>
            <a:lvl1pPr marL="0" indent="0">
              <a:buNone/>
              <a:defRPr sz="13228">
                <a:solidFill>
                  <a:schemeClr val="tx1"/>
                </a:solidFill>
              </a:defRPr>
            </a:lvl1pPr>
            <a:lvl2pPr marL="2519995" indent="0">
              <a:buNone/>
              <a:defRPr sz="11024">
                <a:solidFill>
                  <a:schemeClr val="tx1">
                    <a:tint val="75000"/>
                  </a:schemeClr>
                </a:solidFill>
              </a:defRPr>
            </a:lvl2pPr>
            <a:lvl3pPr marL="5039990" indent="0">
              <a:buNone/>
              <a:defRPr sz="9921">
                <a:solidFill>
                  <a:schemeClr val="tx1">
                    <a:tint val="75000"/>
                  </a:schemeClr>
                </a:solidFill>
              </a:defRPr>
            </a:lvl3pPr>
            <a:lvl4pPr marL="7559985" indent="0">
              <a:buNone/>
              <a:defRPr sz="8819">
                <a:solidFill>
                  <a:schemeClr val="tx1">
                    <a:tint val="75000"/>
                  </a:schemeClr>
                </a:solidFill>
              </a:defRPr>
            </a:lvl4pPr>
            <a:lvl5pPr marL="10079980" indent="0">
              <a:buNone/>
              <a:defRPr sz="8819">
                <a:solidFill>
                  <a:schemeClr val="tx1">
                    <a:tint val="75000"/>
                  </a:schemeClr>
                </a:solidFill>
              </a:defRPr>
            </a:lvl5pPr>
            <a:lvl6pPr marL="12599975" indent="0">
              <a:buNone/>
              <a:defRPr sz="8819">
                <a:solidFill>
                  <a:schemeClr val="tx1">
                    <a:tint val="75000"/>
                  </a:schemeClr>
                </a:solidFill>
              </a:defRPr>
            </a:lvl6pPr>
            <a:lvl7pPr marL="15119970" indent="0">
              <a:buNone/>
              <a:defRPr sz="8819">
                <a:solidFill>
                  <a:schemeClr val="tx1">
                    <a:tint val="75000"/>
                  </a:schemeClr>
                </a:solidFill>
              </a:defRPr>
            </a:lvl7pPr>
            <a:lvl8pPr marL="17639965" indent="0">
              <a:buNone/>
              <a:defRPr sz="8819">
                <a:solidFill>
                  <a:schemeClr val="tx1">
                    <a:tint val="75000"/>
                  </a:schemeClr>
                </a:solidFill>
              </a:defRPr>
            </a:lvl8pPr>
            <a:lvl9pPr marL="20159960" indent="0">
              <a:buNone/>
              <a:defRPr sz="881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6999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4996" y="13416653"/>
            <a:ext cx="21419979" cy="31978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4975" y="13416653"/>
            <a:ext cx="21419979" cy="319783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4773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1" y="2683342"/>
            <a:ext cx="43469957" cy="97416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567" y="12354992"/>
            <a:ext cx="21321538" cy="6054990"/>
          </a:xfrm>
        </p:spPr>
        <p:txBody>
          <a:bodyPr anchor="b"/>
          <a:lstStyle>
            <a:lvl1pPr marL="0" indent="0">
              <a:buNone/>
              <a:defRPr sz="13228" b="1"/>
            </a:lvl1pPr>
            <a:lvl2pPr marL="2519995" indent="0">
              <a:buNone/>
              <a:defRPr sz="11024" b="1"/>
            </a:lvl2pPr>
            <a:lvl3pPr marL="5039990" indent="0">
              <a:buNone/>
              <a:defRPr sz="9921" b="1"/>
            </a:lvl3pPr>
            <a:lvl4pPr marL="7559985" indent="0">
              <a:buNone/>
              <a:defRPr sz="8819" b="1"/>
            </a:lvl4pPr>
            <a:lvl5pPr marL="10079980" indent="0">
              <a:buNone/>
              <a:defRPr sz="8819" b="1"/>
            </a:lvl5pPr>
            <a:lvl6pPr marL="12599975" indent="0">
              <a:buNone/>
              <a:defRPr sz="8819" b="1"/>
            </a:lvl6pPr>
            <a:lvl7pPr marL="15119970" indent="0">
              <a:buNone/>
              <a:defRPr sz="8819" b="1"/>
            </a:lvl7pPr>
            <a:lvl8pPr marL="17639965" indent="0">
              <a:buNone/>
              <a:defRPr sz="8819" b="1"/>
            </a:lvl8pPr>
            <a:lvl9pPr marL="20159960" indent="0">
              <a:buNone/>
              <a:defRPr sz="881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567" y="18409982"/>
            <a:ext cx="21321538" cy="27078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4978" y="12354992"/>
            <a:ext cx="21426543" cy="6054990"/>
          </a:xfrm>
        </p:spPr>
        <p:txBody>
          <a:bodyPr anchor="b"/>
          <a:lstStyle>
            <a:lvl1pPr marL="0" indent="0">
              <a:buNone/>
              <a:defRPr sz="13228" b="1"/>
            </a:lvl1pPr>
            <a:lvl2pPr marL="2519995" indent="0">
              <a:buNone/>
              <a:defRPr sz="11024" b="1"/>
            </a:lvl2pPr>
            <a:lvl3pPr marL="5039990" indent="0">
              <a:buNone/>
              <a:defRPr sz="9921" b="1"/>
            </a:lvl3pPr>
            <a:lvl4pPr marL="7559985" indent="0">
              <a:buNone/>
              <a:defRPr sz="8819" b="1"/>
            </a:lvl4pPr>
            <a:lvl5pPr marL="10079980" indent="0">
              <a:buNone/>
              <a:defRPr sz="8819" b="1"/>
            </a:lvl5pPr>
            <a:lvl6pPr marL="12599975" indent="0">
              <a:buNone/>
              <a:defRPr sz="8819" b="1"/>
            </a:lvl6pPr>
            <a:lvl7pPr marL="15119970" indent="0">
              <a:buNone/>
              <a:defRPr sz="8819" b="1"/>
            </a:lvl7pPr>
            <a:lvl8pPr marL="17639965" indent="0">
              <a:buNone/>
              <a:defRPr sz="8819" b="1"/>
            </a:lvl8pPr>
            <a:lvl9pPr marL="20159960" indent="0">
              <a:buNone/>
              <a:defRPr sz="881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4978" y="18409982"/>
            <a:ext cx="21426543" cy="270783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596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553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6167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1" y="3359997"/>
            <a:ext cx="16255296" cy="11759988"/>
          </a:xfrm>
        </p:spPr>
        <p:txBody>
          <a:bodyPr anchor="b"/>
          <a:lstStyle>
            <a:lvl1pPr>
              <a:defRPr sz="176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6543" y="7256671"/>
            <a:ext cx="25514975" cy="35816631"/>
          </a:xfrm>
        </p:spPr>
        <p:txBody>
          <a:bodyPr/>
          <a:lstStyle>
            <a:lvl1pPr>
              <a:defRPr sz="17638"/>
            </a:lvl1pPr>
            <a:lvl2pPr>
              <a:defRPr sz="15433"/>
            </a:lvl2pPr>
            <a:lvl3pPr>
              <a:defRPr sz="13228"/>
            </a:lvl3pPr>
            <a:lvl4pPr>
              <a:defRPr sz="11024"/>
            </a:lvl4pPr>
            <a:lvl5pPr>
              <a:defRPr sz="11024"/>
            </a:lvl5pPr>
            <a:lvl6pPr>
              <a:defRPr sz="11024"/>
            </a:lvl6pPr>
            <a:lvl7pPr>
              <a:defRPr sz="11024"/>
            </a:lvl7pPr>
            <a:lvl8pPr>
              <a:defRPr sz="11024"/>
            </a:lvl8pPr>
            <a:lvl9pPr>
              <a:defRPr sz="110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1" y="15119985"/>
            <a:ext cx="16255296" cy="28011643"/>
          </a:xfrm>
        </p:spPr>
        <p:txBody>
          <a:bodyPr/>
          <a:lstStyle>
            <a:lvl1pPr marL="0" indent="0">
              <a:buNone/>
              <a:defRPr sz="8819"/>
            </a:lvl1pPr>
            <a:lvl2pPr marL="2519995" indent="0">
              <a:buNone/>
              <a:defRPr sz="7717"/>
            </a:lvl2pPr>
            <a:lvl3pPr marL="5039990" indent="0">
              <a:buNone/>
              <a:defRPr sz="6614"/>
            </a:lvl3pPr>
            <a:lvl4pPr marL="7559985" indent="0">
              <a:buNone/>
              <a:defRPr sz="5512"/>
            </a:lvl4pPr>
            <a:lvl5pPr marL="10079980" indent="0">
              <a:buNone/>
              <a:defRPr sz="5512"/>
            </a:lvl5pPr>
            <a:lvl6pPr marL="12599975" indent="0">
              <a:buNone/>
              <a:defRPr sz="5512"/>
            </a:lvl6pPr>
            <a:lvl7pPr marL="15119970" indent="0">
              <a:buNone/>
              <a:defRPr sz="5512"/>
            </a:lvl7pPr>
            <a:lvl8pPr marL="17639965" indent="0">
              <a:buNone/>
              <a:defRPr sz="5512"/>
            </a:lvl8pPr>
            <a:lvl9pPr marL="20159960" indent="0">
              <a:buNone/>
              <a:defRPr sz="55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0031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1" y="3359997"/>
            <a:ext cx="16255296" cy="11759988"/>
          </a:xfrm>
        </p:spPr>
        <p:txBody>
          <a:bodyPr anchor="b"/>
          <a:lstStyle>
            <a:lvl1pPr>
              <a:defRPr sz="176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6543" y="7256671"/>
            <a:ext cx="25514975" cy="35816631"/>
          </a:xfrm>
        </p:spPr>
        <p:txBody>
          <a:bodyPr anchor="t"/>
          <a:lstStyle>
            <a:lvl1pPr marL="0" indent="0">
              <a:buNone/>
              <a:defRPr sz="17638"/>
            </a:lvl1pPr>
            <a:lvl2pPr marL="2519995" indent="0">
              <a:buNone/>
              <a:defRPr sz="15433"/>
            </a:lvl2pPr>
            <a:lvl3pPr marL="5039990" indent="0">
              <a:buNone/>
              <a:defRPr sz="13228"/>
            </a:lvl3pPr>
            <a:lvl4pPr marL="7559985" indent="0">
              <a:buNone/>
              <a:defRPr sz="11024"/>
            </a:lvl4pPr>
            <a:lvl5pPr marL="10079980" indent="0">
              <a:buNone/>
              <a:defRPr sz="11024"/>
            </a:lvl5pPr>
            <a:lvl6pPr marL="12599975" indent="0">
              <a:buNone/>
              <a:defRPr sz="11024"/>
            </a:lvl6pPr>
            <a:lvl7pPr marL="15119970" indent="0">
              <a:buNone/>
              <a:defRPr sz="11024"/>
            </a:lvl7pPr>
            <a:lvl8pPr marL="17639965" indent="0">
              <a:buNone/>
              <a:defRPr sz="11024"/>
            </a:lvl8pPr>
            <a:lvl9pPr marL="20159960" indent="0">
              <a:buNone/>
              <a:defRPr sz="1102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1" y="15119985"/>
            <a:ext cx="16255296" cy="28011643"/>
          </a:xfrm>
        </p:spPr>
        <p:txBody>
          <a:bodyPr/>
          <a:lstStyle>
            <a:lvl1pPr marL="0" indent="0">
              <a:buNone/>
              <a:defRPr sz="8819"/>
            </a:lvl1pPr>
            <a:lvl2pPr marL="2519995" indent="0">
              <a:buNone/>
              <a:defRPr sz="7717"/>
            </a:lvl2pPr>
            <a:lvl3pPr marL="5039990" indent="0">
              <a:buNone/>
              <a:defRPr sz="6614"/>
            </a:lvl3pPr>
            <a:lvl4pPr marL="7559985" indent="0">
              <a:buNone/>
              <a:defRPr sz="5512"/>
            </a:lvl4pPr>
            <a:lvl5pPr marL="10079980" indent="0">
              <a:buNone/>
              <a:defRPr sz="5512"/>
            </a:lvl5pPr>
            <a:lvl6pPr marL="12599975" indent="0">
              <a:buNone/>
              <a:defRPr sz="5512"/>
            </a:lvl6pPr>
            <a:lvl7pPr marL="15119970" indent="0">
              <a:buNone/>
              <a:defRPr sz="5512"/>
            </a:lvl7pPr>
            <a:lvl8pPr marL="17639965" indent="0">
              <a:buNone/>
              <a:defRPr sz="5512"/>
            </a:lvl8pPr>
            <a:lvl9pPr marL="20159960" indent="0">
              <a:buNone/>
              <a:defRPr sz="55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9024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4045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7467" y="2683331"/>
            <a:ext cx="10867489" cy="42711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4999" y="2683331"/>
            <a:ext cx="31972468" cy="42711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9809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B043BB81-51F2-4AFA-A891-3DF777FBA2A2}"/>
              </a:ext>
            </a:extLst>
          </p:cNvPr>
          <p:cNvSpPr/>
          <p:nvPr userDrawn="1"/>
        </p:nvSpPr>
        <p:spPr>
          <a:xfrm>
            <a:off x="-1" y="0"/>
            <a:ext cx="50399952" cy="7262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100" dirty="0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8FEDAC1B-EE64-4FA3-832D-8CEC216424C1}"/>
              </a:ext>
            </a:extLst>
          </p:cNvPr>
          <p:cNvGrpSpPr/>
          <p:nvPr userDrawn="1"/>
        </p:nvGrpSpPr>
        <p:grpSpPr>
          <a:xfrm>
            <a:off x="-5177826" y="-3744894"/>
            <a:ext cx="97369222" cy="58229914"/>
            <a:chOff x="-3328533" y="-3209960"/>
            <a:chExt cx="62593186" cy="49912141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4433A3A1-CEAB-4053-ACFC-6D07194B9515}"/>
                </a:ext>
              </a:extLst>
            </p:cNvPr>
            <p:cNvSpPr/>
            <p:nvPr userDrawn="1"/>
          </p:nvSpPr>
          <p:spPr>
            <a:xfrm rot="16200000">
              <a:off x="24123133" y="19622262"/>
              <a:ext cx="21880174" cy="13288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833" b="1" cap="all" dirty="0">
                  <a:solidFill>
                    <a:schemeClr val="bg2">
                      <a:lumMod val="90000"/>
                    </a:schemeClr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Non-printable area</a:t>
              </a:r>
              <a:endParaRPr lang="es-ES" sz="12833" b="1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41F78010-B771-4214-BD97-1049F5100FD7}"/>
                </a:ext>
              </a:extLst>
            </p:cNvPr>
            <p:cNvSpPr/>
            <p:nvPr userDrawn="1"/>
          </p:nvSpPr>
          <p:spPr>
            <a:xfrm>
              <a:off x="-287905" y="44930294"/>
              <a:ext cx="32687193" cy="1771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833" b="1" cap="all" dirty="0">
                  <a:solidFill>
                    <a:schemeClr val="bg2">
                      <a:lumMod val="90000"/>
                    </a:schemeClr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Non-printable area</a:t>
              </a:r>
              <a:endParaRPr lang="es-ES" sz="12833" b="1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08A363D9-86EC-48D0-A735-36E7CEBED265}"/>
                </a:ext>
              </a:extLst>
            </p:cNvPr>
            <p:cNvSpPr/>
            <p:nvPr userDrawn="1"/>
          </p:nvSpPr>
          <p:spPr>
            <a:xfrm rot="16200000">
              <a:off x="-13604187" y="19622262"/>
              <a:ext cx="21880174" cy="13288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833" b="1" cap="all" dirty="0">
                  <a:solidFill>
                    <a:schemeClr val="bg2">
                      <a:lumMod val="90000"/>
                    </a:schemeClr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Non-printable area</a:t>
              </a:r>
              <a:endParaRPr lang="es-ES" sz="12833" b="1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4DBF133-66FC-401C-A3C2-2840E4B8942E}"/>
                </a:ext>
              </a:extLst>
            </p:cNvPr>
            <p:cNvSpPr/>
            <p:nvPr userDrawn="1"/>
          </p:nvSpPr>
          <p:spPr>
            <a:xfrm>
              <a:off x="-135505" y="-3209960"/>
              <a:ext cx="32687193" cy="1771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833" b="1" cap="all" dirty="0">
                  <a:solidFill>
                    <a:schemeClr val="bg2">
                      <a:lumMod val="90000"/>
                    </a:schemeClr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Non-printable area</a:t>
              </a:r>
              <a:endParaRPr lang="es-ES" sz="12833" b="1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296D911A-251E-45D2-8E5D-74DABE10BC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955772" y="-2060415"/>
              <a:ext cx="23308881" cy="46990709"/>
            </a:xfrm>
            <a:prstGeom prst="rect">
              <a:avLst/>
            </a:prstGeom>
          </p:spPr>
        </p:pic>
      </p:grpSp>
      <p:pic>
        <p:nvPicPr>
          <p:cNvPr id="2" name="Imagen 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A1BB87AE-5681-0BDF-839D-0C5EA4DAD4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27" y="654756"/>
            <a:ext cx="7195821" cy="547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68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4997" y="2683342"/>
            <a:ext cx="43469957" cy="9741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997" y="13416653"/>
            <a:ext cx="43469957" cy="319783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4996" y="46713298"/>
            <a:ext cx="11339989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4984" y="46713298"/>
            <a:ext cx="17009983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4965" y="46713298"/>
            <a:ext cx="11339989" cy="26833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7962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84" r:id="rId12"/>
  </p:sldLayoutIdLst>
  <p:txStyles>
    <p:titleStyle>
      <a:lvl1pPr algn="l" defTabSz="5039990" rtl="0" eaLnBrk="1" latinLnBrk="0" hangingPunct="1">
        <a:lnSpc>
          <a:spcPct val="90000"/>
        </a:lnSpc>
        <a:spcBef>
          <a:spcPct val="0"/>
        </a:spcBef>
        <a:buNone/>
        <a:defRPr sz="242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59997" indent="-1259997" algn="l" defTabSz="5039990" rtl="0" eaLnBrk="1" latinLnBrk="0" hangingPunct="1">
        <a:lnSpc>
          <a:spcPct val="90000"/>
        </a:lnSpc>
        <a:spcBef>
          <a:spcPts val="5512"/>
        </a:spcBef>
        <a:buFont typeface="Arial" panose="020B0604020202020204" pitchFamily="34" charset="0"/>
        <a:buChar char="•"/>
        <a:defRPr sz="15433" kern="1200">
          <a:solidFill>
            <a:schemeClr val="tx1"/>
          </a:solidFill>
          <a:latin typeface="+mn-lt"/>
          <a:ea typeface="+mn-ea"/>
          <a:cs typeface="+mn-cs"/>
        </a:defRPr>
      </a:lvl1pPr>
      <a:lvl2pPr marL="3779992" indent="-1259997" algn="l" defTabSz="5039990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13228" kern="1200">
          <a:solidFill>
            <a:schemeClr val="tx1"/>
          </a:solidFill>
          <a:latin typeface="+mn-lt"/>
          <a:ea typeface="+mn-ea"/>
          <a:cs typeface="+mn-cs"/>
        </a:defRPr>
      </a:lvl2pPr>
      <a:lvl3pPr marL="6299987" indent="-1259997" algn="l" defTabSz="5039990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3pPr>
      <a:lvl4pPr marL="8819982" indent="-1259997" algn="l" defTabSz="5039990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4pPr>
      <a:lvl5pPr marL="11339977" indent="-1259997" algn="l" defTabSz="5039990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5pPr>
      <a:lvl6pPr marL="13859972" indent="-1259997" algn="l" defTabSz="5039990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6pPr>
      <a:lvl7pPr marL="16379967" indent="-1259997" algn="l" defTabSz="5039990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7pPr>
      <a:lvl8pPr marL="18899962" indent="-1259997" algn="l" defTabSz="5039990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8pPr>
      <a:lvl9pPr marL="21419957" indent="-1259997" algn="l" defTabSz="5039990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990" rtl="0" eaLnBrk="1" latinLnBrk="0" hangingPunct="1"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519995" algn="l" defTabSz="5039990" rtl="0" eaLnBrk="1" latinLnBrk="0" hangingPunct="1">
        <a:defRPr sz="9921" kern="1200">
          <a:solidFill>
            <a:schemeClr val="tx1"/>
          </a:solidFill>
          <a:latin typeface="+mn-lt"/>
          <a:ea typeface="+mn-ea"/>
          <a:cs typeface="+mn-cs"/>
        </a:defRPr>
      </a:lvl2pPr>
      <a:lvl3pPr marL="5039990" algn="l" defTabSz="5039990" rtl="0" eaLnBrk="1" latinLnBrk="0" hangingPunct="1">
        <a:defRPr sz="9921" kern="1200">
          <a:solidFill>
            <a:schemeClr val="tx1"/>
          </a:solidFill>
          <a:latin typeface="+mn-lt"/>
          <a:ea typeface="+mn-ea"/>
          <a:cs typeface="+mn-cs"/>
        </a:defRPr>
      </a:lvl3pPr>
      <a:lvl4pPr marL="7559985" algn="l" defTabSz="5039990" rtl="0" eaLnBrk="1" latinLnBrk="0" hangingPunct="1">
        <a:defRPr sz="9921" kern="1200">
          <a:solidFill>
            <a:schemeClr val="tx1"/>
          </a:solidFill>
          <a:latin typeface="+mn-lt"/>
          <a:ea typeface="+mn-ea"/>
          <a:cs typeface="+mn-cs"/>
        </a:defRPr>
      </a:lvl4pPr>
      <a:lvl5pPr marL="10079980" algn="l" defTabSz="5039990" rtl="0" eaLnBrk="1" latinLnBrk="0" hangingPunct="1">
        <a:defRPr sz="9921" kern="1200">
          <a:solidFill>
            <a:schemeClr val="tx1"/>
          </a:solidFill>
          <a:latin typeface="+mn-lt"/>
          <a:ea typeface="+mn-ea"/>
          <a:cs typeface="+mn-cs"/>
        </a:defRPr>
      </a:lvl5pPr>
      <a:lvl6pPr marL="12599975" algn="l" defTabSz="5039990" rtl="0" eaLnBrk="1" latinLnBrk="0" hangingPunct="1">
        <a:defRPr sz="9921" kern="1200">
          <a:solidFill>
            <a:schemeClr val="tx1"/>
          </a:solidFill>
          <a:latin typeface="+mn-lt"/>
          <a:ea typeface="+mn-ea"/>
          <a:cs typeface="+mn-cs"/>
        </a:defRPr>
      </a:lvl6pPr>
      <a:lvl7pPr marL="15119970" algn="l" defTabSz="5039990" rtl="0" eaLnBrk="1" latinLnBrk="0" hangingPunct="1">
        <a:defRPr sz="9921" kern="1200">
          <a:solidFill>
            <a:schemeClr val="tx1"/>
          </a:solidFill>
          <a:latin typeface="+mn-lt"/>
          <a:ea typeface="+mn-ea"/>
          <a:cs typeface="+mn-cs"/>
        </a:defRPr>
      </a:lvl7pPr>
      <a:lvl8pPr marL="17639965" algn="l" defTabSz="5039990" rtl="0" eaLnBrk="1" latinLnBrk="0" hangingPunct="1">
        <a:defRPr sz="9921" kern="1200">
          <a:solidFill>
            <a:schemeClr val="tx1"/>
          </a:solidFill>
          <a:latin typeface="+mn-lt"/>
          <a:ea typeface="+mn-ea"/>
          <a:cs typeface="+mn-cs"/>
        </a:defRPr>
      </a:lvl8pPr>
      <a:lvl9pPr marL="20159960" algn="l" defTabSz="5039990" rtl="0" eaLnBrk="1" latinLnBrk="0" hangingPunct="1">
        <a:defRPr sz="992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9107E-A2B3-BD1F-0873-7655D2DBD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510054A9-8064-0C00-E581-E2F0BBCBA9B3}"/>
              </a:ext>
            </a:extLst>
          </p:cNvPr>
          <p:cNvCxnSpPr>
            <a:cxnSpLocks/>
          </p:cNvCxnSpPr>
          <p:nvPr/>
        </p:nvCxnSpPr>
        <p:spPr>
          <a:xfrm>
            <a:off x="24438401" y="10334767"/>
            <a:ext cx="0" cy="2101201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15A1CC5-F1AA-A5C8-080F-26163A21EE56}"/>
              </a:ext>
            </a:extLst>
          </p:cNvPr>
          <p:cNvSpPr/>
          <p:nvPr/>
        </p:nvSpPr>
        <p:spPr>
          <a:xfrm>
            <a:off x="854" y="8070"/>
            <a:ext cx="48875095" cy="1428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Participant wants to withdraw from study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92D443-6E2A-0FD3-F261-31C476A7E982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>
            <a:off x="24438402" y="1436821"/>
            <a:ext cx="0" cy="1561381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98643AE-5240-0568-55D0-5E33487C6559}"/>
              </a:ext>
            </a:extLst>
          </p:cNvPr>
          <p:cNvSpPr/>
          <p:nvPr/>
        </p:nvSpPr>
        <p:spPr>
          <a:xfrm>
            <a:off x="854" y="8926292"/>
            <a:ext cx="48875094" cy="1428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Email chief investigator the study ID of those wanting to withdraw with subject ‘WITHDRAWAL’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59E2ED88-D27D-CC24-16CE-A7951EECBD1B}"/>
              </a:ext>
            </a:extLst>
          </p:cNvPr>
          <p:cNvCxnSpPr>
            <a:cxnSpLocks/>
          </p:cNvCxnSpPr>
          <p:nvPr/>
        </p:nvCxnSpPr>
        <p:spPr>
          <a:xfrm>
            <a:off x="24438401" y="3935963"/>
            <a:ext cx="0" cy="2101201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427EFC8-2C15-FB7C-46FA-6EF73FCBF76A}"/>
              </a:ext>
            </a:extLst>
          </p:cNvPr>
          <p:cNvSpPr/>
          <p:nvPr/>
        </p:nvSpPr>
        <p:spPr>
          <a:xfrm>
            <a:off x="854" y="2998202"/>
            <a:ext cx="48875096" cy="1428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Reassure them they are able to do so, and it will not affect their care / their employment rights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37E02E1C-E745-ED09-E1ED-50871C6E02DC}"/>
              </a:ext>
            </a:extLst>
          </p:cNvPr>
          <p:cNvCxnSpPr>
            <a:cxnSpLocks/>
          </p:cNvCxnSpPr>
          <p:nvPr/>
        </p:nvCxnSpPr>
        <p:spPr>
          <a:xfrm>
            <a:off x="24438401" y="6839098"/>
            <a:ext cx="0" cy="2101201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B1893C2-A9C5-4D97-6A7A-C7CE847A30F4}"/>
              </a:ext>
            </a:extLst>
          </p:cNvPr>
          <p:cNvSpPr/>
          <p:nvPr/>
        </p:nvSpPr>
        <p:spPr>
          <a:xfrm>
            <a:off x="853" y="6092397"/>
            <a:ext cx="48909863" cy="14287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Enquire reasons, reassuring they do not need to tell you why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4A396B0-8D19-FBDB-AB1D-ECAF6CAC4924}"/>
              </a:ext>
            </a:extLst>
          </p:cNvPr>
          <p:cNvSpPr/>
          <p:nvPr/>
        </p:nvSpPr>
        <p:spPr>
          <a:xfrm>
            <a:off x="-15597" y="12392043"/>
            <a:ext cx="48875094" cy="1428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Follow flow chart A for clinician participant, flow chart B for carer of patient participant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35C15D5-D389-B251-BF45-C81850AB2C34}"/>
              </a:ext>
            </a:extLst>
          </p:cNvPr>
          <p:cNvSpPr/>
          <p:nvPr/>
        </p:nvSpPr>
        <p:spPr>
          <a:xfrm>
            <a:off x="762428" y="48251927"/>
            <a:ext cx="48875094" cy="1428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6400" dirty="0">
                <a:solidFill>
                  <a:schemeClr val="tx1"/>
                </a:solidFill>
                <a:latin typeface="+mj-lt"/>
              </a:rPr>
              <a:t>Schematic process and data in case of withdrawal from study; babyPHONO study; STH 23333; Version 1.0 Date 12/12/2025 IRAS ID: 358145 </a:t>
            </a:r>
          </a:p>
        </p:txBody>
      </p:sp>
    </p:spTree>
    <p:extLst>
      <p:ext uri="{BB962C8B-B14F-4D97-AF65-F5344CB8AC3E}">
        <p14:creationId xmlns:p14="http://schemas.microsoft.com/office/powerpoint/2010/main" val="1012879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E6537AA5-1AF2-2A61-DBF9-E76B87A95004}"/>
              </a:ext>
            </a:extLst>
          </p:cNvPr>
          <p:cNvCxnSpPr>
            <a:cxnSpLocks/>
          </p:cNvCxnSpPr>
          <p:nvPr/>
        </p:nvCxnSpPr>
        <p:spPr>
          <a:xfrm>
            <a:off x="31589089" y="10281748"/>
            <a:ext cx="4312448" cy="2646341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043423F0-4F21-D35D-E834-0D950AAC936D}"/>
              </a:ext>
            </a:extLst>
          </p:cNvPr>
          <p:cNvCxnSpPr>
            <a:cxnSpLocks/>
          </p:cNvCxnSpPr>
          <p:nvPr/>
        </p:nvCxnSpPr>
        <p:spPr>
          <a:xfrm flipH="1">
            <a:off x="27083657" y="10281748"/>
            <a:ext cx="4471514" cy="2621795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8ED91C44-25FC-ACEF-857D-56361CF1C29D}"/>
              </a:ext>
            </a:extLst>
          </p:cNvPr>
          <p:cNvCxnSpPr>
            <a:cxnSpLocks/>
          </p:cNvCxnSpPr>
          <p:nvPr/>
        </p:nvCxnSpPr>
        <p:spPr>
          <a:xfrm>
            <a:off x="41026552" y="21899174"/>
            <a:ext cx="4312448" cy="2646341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1A359DE-BB87-C644-55EA-8F3981DD989C}"/>
              </a:ext>
            </a:extLst>
          </p:cNvPr>
          <p:cNvCxnSpPr>
            <a:cxnSpLocks/>
          </p:cNvCxnSpPr>
          <p:nvPr/>
        </p:nvCxnSpPr>
        <p:spPr>
          <a:xfrm flipH="1">
            <a:off x="46783834" y="25403343"/>
            <a:ext cx="33918" cy="2325386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82F2C239-CE21-3823-DA46-6449E2BB93AF}"/>
              </a:ext>
            </a:extLst>
          </p:cNvPr>
          <p:cNvCxnSpPr>
            <a:cxnSpLocks/>
          </p:cNvCxnSpPr>
          <p:nvPr/>
        </p:nvCxnSpPr>
        <p:spPr>
          <a:xfrm flipH="1">
            <a:off x="35849134" y="25403343"/>
            <a:ext cx="33918" cy="2325386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A752FD1-76FA-F8F6-3639-BE332389278F}"/>
              </a:ext>
            </a:extLst>
          </p:cNvPr>
          <p:cNvCxnSpPr>
            <a:cxnSpLocks/>
          </p:cNvCxnSpPr>
          <p:nvPr/>
        </p:nvCxnSpPr>
        <p:spPr>
          <a:xfrm flipH="1">
            <a:off x="40992634" y="15293825"/>
            <a:ext cx="33918" cy="2325386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BFB95A6-9EDD-E7C4-761E-6D1DDC05570A}"/>
              </a:ext>
            </a:extLst>
          </p:cNvPr>
          <p:cNvCxnSpPr>
            <a:cxnSpLocks/>
          </p:cNvCxnSpPr>
          <p:nvPr/>
        </p:nvCxnSpPr>
        <p:spPr>
          <a:xfrm flipH="1">
            <a:off x="4683334" y="13537551"/>
            <a:ext cx="33918" cy="2325386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301B2FC-6989-DEB3-2D9C-D6C18C07AD26}"/>
              </a:ext>
            </a:extLst>
          </p:cNvPr>
          <p:cNvSpPr/>
          <p:nvPr/>
        </p:nvSpPr>
        <p:spPr>
          <a:xfrm>
            <a:off x="855" y="9354081"/>
            <a:ext cx="10057766" cy="41565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Clinician participant who has not recorded any heart sounds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698F13-27CA-AA97-2168-D9AB0ADCA38B}"/>
              </a:ext>
            </a:extLst>
          </p:cNvPr>
          <p:cNvSpPr/>
          <p:nvPr/>
        </p:nvSpPr>
        <p:spPr>
          <a:xfrm>
            <a:off x="855" y="16020881"/>
            <a:ext cx="10057766" cy="41565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All clinician participant data deleted and destroyed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9FDC583-FD3C-23C6-D441-161DEB75ED79}"/>
              </a:ext>
            </a:extLst>
          </p:cNvPr>
          <p:cNvCxnSpPr>
            <a:cxnSpLocks/>
          </p:cNvCxnSpPr>
          <p:nvPr/>
        </p:nvCxnSpPr>
        <p:spPr>
          <a:xfrm flipH="1">
            <a:off x="4645234" y="20177453"/>
            <a:ext cx="33918" cy="2325386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52F3AF5C-6173-9E2E-EFB4-79E84195C0DB}"/>
              </a:ext>
            </a:extLst>
          </p:cNvPr>
          <p:cNvSpPr/>
          <p:nvPr/>
        </p:nvSpPr>
        <p:spPr>
          <a:xfrm>
            <a:off x="855" y="22506055"/>
            <a:ext cx="10057766" cy="41565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Clinician study ID annotated ‘withdrew prior to recordings’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C72A5DF-E701-6B94-CDE2-E17CFE1E9E66}"/>
              </a:ext>
            </a:extLst>
          </p:cNvPr>
          <p:cNvCxnSpPr>
            <a:cxnSpLocks/>
          </p:cNvCxnSpPr>
          <p:nvPr/>
        </p:nvCxnSpPr>
        <p:spPr>
          <a:xfrm flipH="1">
            <a:off x="19008934" y="13564449"/>
            <a:ext cx="33918" cy="2325386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5C6F68BF-CDBB-0D83-BB8B-9399E99F0B32}"/>
              </a:ext>
            </a:extLst>
          </p:cNvPr>
          <p:cNvSpPr/>
          <p:nvPr/>
        </p:nvSpPr>
        <p:spPr>
          <a:xfrm>
            <a:off x="12865661" y="9380979"/>
            <a:ext cx="36913433" cy="20513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Clinician participant who has recorded any heart sounds for some participants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F76442B-4455-DB84-F061-225E2B91DD5F}"/>
              </a:ext>
            </a:extLst>
          </p:cNvPr>
          <p:cNvSpPr/>
          <p:nvPr/>
        </p:nvSpPr>
        <p:spPr>
          <a:xfrm>
            <a:off x="12865661" y="16047779"/>
            <a:ext cx="11518560" cy="41565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Clinician participant data deleted and destroyed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55C12EA-608D-99AF-763B-9AE02C63C452}"/>
              </a:ext>
            </a:extLst>
          </p:cNvPr>
          <p:cNvCxnSpPr>
            <a:cxnSpLocks/>
          </p:cNvCxnSpPr>
          <p:nvPr/>
        </p:nvCxnSpPr>
        <p:spPr>
          <a:xfrm flipH="1">
            <a:off x="18970834" y="20204351"/>
            <a:ext cx="33918" cy="2325386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2E80C553-7960-C73A-F8DA-B7AEA7BD17F6}"/>
              </a:ext>
            </a:extLst>
          </p:cNvPr>
          <p:cNvSpPr/>
          <p:nvPr/>
        </p:nvSpPr>
        <p:spPr>
          <a:xfrm>
            <a:off x="12865661" y="22532952"/>
            <a:ext cx="11518560" cy="85058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Patient participant data that they collected (e.g. heart sounds) remains in the study file and </a:t>
            </a:r>
            <a:r>
              <a:rPr lang="en-GB" sz="8400">
                <a:solidFill>
                  <a:schemeClr val="tx1"/>
                </a:solidFill>
                <a:latin typeface="+mj-lt"/>
              </a:rPr>
              <a:t>will NOT </a:t>
            </a:r>
            <a:r>
              <a:rPr lang="en-GB" sz="8400" dirty="0">
                <a:solidFill>
                  <a:schemeClr val="tx1"/>
                </a:solidFill>
                <a:latin typeface="+mj-lt"/>
              </a:rPr>
              <a:t>be deleted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A7C1155-5D53-D483-8D0A-9EF9516B8824}"/>
              </a:ext>
            </a:extLst>
          </p:cNvPr>
          <p:cNvSpPr/>
          <p:nvPr/>
        </p:nvSpPr>
        <p:spPr>
          <a:xfrm>
            <a:off x="12831743" y="12922878"/>
            <a:ext cx="18676957" cy="20513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Clinician not yet completed questionnaire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244CDF9-23A0-F5EE-5F3C-06FD8A7B0F6B}"/>
              </a:ext>
            </a:extLst>
          </p:cNvPr>
          <p:cNvSpPr/>
          <p:nvPr/>
        </p:nvSpPr>
        <p:spPr>
          <a:xfrm>
            <a:off x="32558720" y="12922878"/>
            <a:ext cx="17182246" cy="36774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Completed questionnaire and/or interview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327A736-1EB1-4074-5ADE-4514C345179F}"/>
              </a:ext>
            </a:extLst>
          </p:cNvPr>
          <p:cNvCxnSpPr>
            <a:cxnSpLocks/>
          </p:cNvCxnSpPr>
          <p:nvPr/>
        </p:nvCxnSpPr>
        <p:spPr>
          <a:xfrm flipH="1">
            <a:off x="36199182" y="21899174"/>
            <a:ext cx="4793452" cy="2925175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F8F75011-EF17-3C14-423F-043C9995B23E}"/>
              </a:ext>
            </a:extLst>
          </p:cNvPr>
          <p:cNvSpPr/>
          <p:nvPr/>
        </p:nvSpPr>
        <p:spPr>
          <a:xfrm>
            <a:off x="32614454" y="17674594"/>
            <a:ext cx="17067945" cy="42583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Has any of the data pertaining to that clinician been analysed or shared (pseudonymised)?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67E0825-A0A8-71BD-F980-95F54D1763A9}"/>
              </a:ext>
            </a:extLst>
          </p:cNvPr>
          <p:cNvSpPr/>
          <p:nvPr/>
        </p:nvSpPr>
        <p:spPr>
          <a:xfrm>
            <a:off x="32423955" y="24995624"/>
            <a:ext cx="6514244" cy="14171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No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5288003-F6C3-2629-5B23-CBD96D9443F6}"/>
              </a:ext>
            </a:extLst>
          </p:cNvPr>
          <p:cNvSpPr/>
          <p:nvPr/>
        </p:nvSpPr>
        <p:spPr>
          <a:xfrm>
            <a:off x="43358655" y="24824349"/>
            <a:ext cx="6514244" cy="14171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Yes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ED228E0-AE5E-C41B-CA2B-C16639DC444C}"/>
              </a:ext>
            </a:extLst>
          </p:cNvPr>
          <p:cNvSpPr/>
          <p:nvPr/>
        </p:nvSpPr>
        <p:spPr>
          <a:xfrm>
            <a:off x="32423956" y="27752177"/>
            <a:ext cx="7853188" cy="52242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Clinician participant data deleted and destroyed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187125E-3B25-CD31-6989-FFC8874E4F72}"/>
              </a:ext>
            </a:extLst>
          </p:cNvPr>
          <p:cNvSpPr/>
          <p:nvPr/>
        </p:nvSpPr>
        <p:spPr>
          <a:xfrm>
            <a:off x="41160175" y="27664278"/>
            <a:ext cx="9202155" cy="91159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Clinician participant NOT deleted</a:t>
            </a:r>
          </a:p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Highlight this data will have been pseudonymised and they will not be identifiable from it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D1BAD77E-49A6-52A1-5463-24379E9E7DBE}"/>
              </a:ext>
            </a:extLst>
          </p:cNvPr>
          <p:cNvSpPr/>
          <p:nvPr/>
        </p:nvSpPr>
        <p:spPr>
          <a:xfrm>
            <a:off x="856" y="967931"/>
            <a:ext cx="48875094" cy="142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Flow chart A : clinician participant wants to withdraw from babyPHONO study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07C21756-2114-113E-B80A-298F1AB11B45}"/>
              </a:ext>
            </a:extLst>
          </p:cNvPr>
          <p:cNvCxnSpPr>
            <a:cxnSpLocks/>
          </p:cNvCxnSpPr>
          <p:nvPr/>
        </p:nvCxnSpPr>
        <p:spPr>
          <a:xfrm>
            <a:off x="12865661" y="6644016"/>
            <a:ext cx="4312448" cy="2646341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525D8978-2F53-143A-96F6-F55D45B7BF2B}"/>
              </a:ext>
            </a:extLst>
          </p:cNvPr>
          <p:cNvCxnSpPr>
            <a:cxnSpLocks/>
          </p:cNvCxnSpPr>
          <p:nvPr/>
        </p:nvCxnSpPr>
        <p:spPr>
          <a:xfrm flipH="1">
            <a:off x="8360229" y="6644016"/>
            <a:ext cx="4471514" cy="2621795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DED7CE5-586D-7412-798B-5F1D905784B3}"/>
              </a:ext>
            </a:extLst>
          </p:cNvPr>
          <p:cNvSpPr/>
          <p:nvPr/>
        </p:nvSpPr>
        <p:spPr>
          <a:xfrm>
            <a:off x="102334" y="4949581"/>
            <a:ext cx="49676761" cy="17810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Has the clinician recorded any heart sounds of babies?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96305F-D66A-DA08-6AF1-4BB746F591CB}"/>
              </a:ext>
            </a:extLst>
          </p:cNvPr>
          <p:cNvSpPr/>
          <p:nvPr/>
        </p:nvSpPr>
        <p:spPr>
          <a:xfrm>
            <a:off x="762428" y="48251927"/>
            <a:ext cx="48875094" cy="1428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6400" dirty="0">
                <a:solidFill>
                  <a:schemeClr val="tx1"/>
                </a:solidFill>
                <a:latin typeface="+mj-lt"/>
              </a:rPr>
              <a:t>Schematic process and data in case of withdrawal from study; babyPHONO study; STH 23333; Version 1.0 Date 12/12/2025 IRAS ID: 358145 </a:t>
            </a:r>
          </a:p>
        </p:txBody>
      </p:sp>
    </p:spTree>
    <p:extLst>
      <p:ext uri="{BB962C8B-B14F-4D97-AF65-F5344CB8AC3E}">
        <p14:creationId xmlns:p14="http://schemas.microsoft.com/office/powerpoint/2010/main" val="126335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D5E14-F3A5-F8A8-D868-A5D03C6FC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139DB974-B3A5-E6DC-D7D4-705F4BE10733}"/>
              </a:ext>
            </a:extLst>
          </p:cNvPr>
          <p:cNvCxnSpPr>
            <a:cxnSpLocks/>
          </p:cNvCxnSpPr>
          <p:nvPr/>
        </p:nvCxnSpPr>
        <p:spPr>
          <a:xfrm>
            <a:off x="31589089" y="10281748"/>
            <a:ext cx="4312448" cy="2646341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814CC7BF-6A02-0A26-0E02-869757558036}"/>
              </a:ext>
            </a:extLst>
          </p:cNvPr>
          <p:cNvCxnSpPr>
            <a:cxnSpLocks/>
          </p:cNvCxnSpPr>
          <p:nvPr/>
        </p:nvCxnSpPr>
        <p:spPr>
          <a:xfrm flipH="1">
            <a:off x="27083657" y="10281748"/>
            <a:ext cx="4471514" cy="2621795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2AAA196-806B-EF5D-8D0F-5EBEFA1ABA4B}"/>
              </a:ext>
            </a:extLst>
          </p:cNvPr>
          <p:cNvCxnSpPr>
            <a:cxnSpLocks/>
          </p:cNvCxnSpPr>
          <p:nvPr/>
        </p:nvCxnSpPr>
        <p:spPr>
          <a:xfrm>
            <a:off x="41026552" y="21899174"/>
            <a:ext cx="4312448" cy="2646341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A45AE20-3C36-2B7B-5F67-C21B3EF151FA}"/>
              </a:ext>
            </a:extLst>
          </p:cNvPr>
          <p:cNvCxnSpPr>
            <a:cxnSpLocks/>
          </p:cNvCxnSpPr>
          <p:nvPr/>
        </p:nvCxnSpPr>
        <p:spPr>
          <a:xfrm flipH="1">
            <a:off x="46783834" y="25403343"/>
            <a:ext cx="33918" cy="2325386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9A2BD6F-2E74-14A1-2359-8314821578DC}"/>
              </a:ext>
            </a:extLst>
          </p:cNvPr>
          <p:cNvCxnSpPr>
            <a:cxnSpLocks/>
          </p:cNvCxnSpPr>
          <p:nvPr/>
        </p:nvCxnSpPr>
        <p:spPr>
          <a:xfrm flipH="1">
            <a:off x="35849134" y="25403343"/>
            <a:ext cx="33918" cy="2325386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D4C5815-5AA1-DAF5-9825-28214F075FE6}"/>
              </a:ext>
            </a:extLst>
          </p:cNvPr>
          <p:cNvCxnSpPr>
            <a:cxnSpLocks/>
          </p:cNvCxnSpPr>
          <p:nvPr/>
        </p:nvCxnSpPr>
        <p:spPr>
          <a:xfrm flipH="1">
            <a:off x="40992634" y="15293825"/>
            <a:ext cx="33918" cy="2325386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64EE6DB-E89B-1F8F-9548-DF5940ECD411}"/>
              </a:ext>
            </a:extLst>
          </p:cNvPr>
          <p:cNvCxnSpPr>
            <a:cxnSpLocks/>
          </p:cNvCxnSpPr>
          <p:nvPr/>
        </p:nvCxnSpPr>
        <p:spPr>
          <a:xfrm flipH="1">
            <a:off x="4683334" y="13537551"/>
            <a:ext cx="33918" cy="2325386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65FC3D3-1A90-93D9-3481-271F6CFEE24D}"/>
              </a:ext>
            </a:extLst>
          </p:cNvPr>
          <p:cNvSpPr/>
          <p:nvPr/>
        </p:nvSpPr>
        <p:spPr>
          <a:xfrm>
            <a:off x="855" y="9354081"/>
            <a:ext cx="10057766" cy="41565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Patient participant who has not had any data captured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71BD2CE-5566-7443-6648-58C54115CF77}"/>
              </a:ext>
            </a:extLst>
          </p:cNvPr>
          <p:cNvSpPr/>
          <p:nvPr/>
        </p:nvSpPr>
        <p:spPr>
          <a:xfrm>
            <a:off x="855" y="16020881"/>
            <a:ext cx="10057766" cy="41565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All patient participant data deleted and destroyed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C12E684-3686-4FD7-13F6-C291AFD16B96}"/>
              </a:ext>
            </a:extLst>
          </p:cNvPr>
          <p:cNvCxnSpPr>
            <a:cxnSpLocks/>
          </p:cNvCxnSpPr>
          <p:nvPr/>
        </p:nvCxnSpPr>
        <p:spPr>
          <a:xfrm flipH="1">
            <a:off x="4645234" y="20177453"/>
            <a:ext cx="33918" cy="2325386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92C4CBB5-8CE5-20E6-E41D-E802A63C375D}"/>
              </a:ext>
            </a:extLst>
          </p:cNvPr>
          <p:cNvSpPr/>
          <p:nvPr/>
        </p:nvSpPr>
        <p:spPr>
          <a:xfrm>
            <a:off x="855" y="22506055"/>
            <a:ext cx="10057766" cy="41565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Patient study ID annotated ‘withdrew prior to data obtained’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1E007B0-F7AF-0F7D-CA2F-3D5B22D05BB0}"/>
              </a:ext>
            </a:extLst>
          </p:cNvPr>
          <p:cNvCxnSpPr>
            <a:cxnSpLocks/>
          </p:cNvCxnSpPr>
          <p:nvPr/>
        </p:nvCxnSpPr>
        <p:spPr>
          <a:xfrm flipH="1">
            <a:off x="19008934" y="13564449"/>
            <a:ext cx="33918" cy="2325386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12B740D6-6D8C-E3FE-83D9-DCE5EE5AFA81}"/>
              </a:ext>
            </a:extLst>
          </p:cNvPr>
          <p:cNvSpPr/>
          <p:nvPr/>
        </p:nvSpPr>
        <p:spPr>
          <a:xfrm>
            <a:off x="11415253" y="9380979"/>
            <a:ext cx="38363842" cy="20513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Patient participant has had heart sounds recorded or echocardiogram images captured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0E06C4B-737C-DEC7-108B-6353A9A5FD78}"/>
              </a:ext>
            </a:extLst>
          </p:cNvPr>
          <p:cNvSpPr/>
          <p:nvPr/>
        </p:nvSpPr>
        <p:spPr>
          <a:xfrm>
            <a:off x="11449171" y="16047779"/>
            <a:ext cx="12935050" cy="41565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Patient participant data deleted and destroyed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A872241-DC1E-7750-1B6B-384F348519FB}"/>
              </a:ext>
            </a:extLst>
          </p:cNvPr>
          <p:cNvCxnSpPr>
            <a:cxnSpLocks/>
          </p:cNvCxnSpPr>
          <p:nvPr/>
        </p:nvCxnSpPr>
        <p:spPr>
          <a:xfrm flipH="1">
            <a:off x="18970834" y="20204351"/>
            <a:ext cx="33918" cy="2325386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E59782E8-271A-2A39-6B43-97664B45F5C0}"/>
              </a:ext>
            </a:extLst>
          </p:cNvPr>
          <p:cNvSpPr/>
          <p:nvPr/>
        </p:nvSpPr>
        <p:spPr>
          <a:xfrm>
            <a:off x="11415253" y="22532952"/>
            <a:ext cx="12968968" cy="850584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</a:rPr>
              <a:t>Patient study ID annotated ‘withdrew prior to data analysed’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11781C6-59E6-928B-C31D-44650219F63F}"/>
              </a:ext>
            </a:extLst>
          </p:cNvPr>
          <p:cNvSpPr/>
          <p:nvPr/>
        </p:nvSpPr>
        <p:spPr>
          <a:xfrm>
            <a:off x="11415253" y="12922878"/>
            <a:ext cx="20093447" cy="20513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Patient data not yet included in any analysis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A2FFE83-6CC5-B5A5-7B32-7D33D1D3EC9F}"/>
              </a:ext>
            </a:extLst>
          </p:cNvPr>
          <p:cNvSpPr/>
          <p:nvPr/>
        </p:nvSpPr>
        <p:spPr>
          <a:xfrm>
            <a:off x="32558720" y="12922878"/>
            <a:ext cx="17182246" cy="36774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Patient data has been included in some form of analysis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58726715-498C-8585-3E1F-26AA809B7667}"/>
              </a:ext>
            </a:extLst>
          </p:cNvPr>
          <p:cNvCxnSpPr>
            <a:cxnSpLocks/>
          </p:cNvCxnSpPr>
          <p:nvPr/>
        </p:nvCxnSpPr>
        <p:spPr>
          <a:xfrm flipH="1">
            <a:off x="36199182" y="21899174"/>
            <a:ext cx="4793452" cy="2925175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21C58B55-04C4-E435-8E0C-FB0B138A6698}"/>
              </a:ext>
            </a:extLst>
          </p:cNvPr>
          <p:cNvSpPr/>
          <p:nvPr/>
        </p:nvSpPr>
        <p:spPr>
          <a:xfrm>
            <a:off x="32614454" y="17674594"/>
            <a:ext cx="17067945" cy="42583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Pseudonymised research data </a:t>
            </a:r>
            <a:r>
              <a:rPr lang="en-GB" sz="8400">
                <a:solidFill>
                  <a:schemeClr val="tx1"/>
                </a:solidFill>
                <a:latin typeface="+mj-lt"/>
              </a:rPr>
              <a:t>NOT deleted. </a:t>
            </a:r>
            <a:r>
              <a:rPr lang="en-GB" sz="8400" dirty="0">
                <a:solidFill>
                  <a:schemeClr val="tx1"/>
                </a:solidFill>
                <a:latin typeface="+mj-lt"/>
              </a:rPr>
              <a:t>Has the 1 year follow up phone call taken place with the carer?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73207A1-F4B5-4E87-A5E9-E3BB5FF8A570}"/>
              </a:ext>
            </a:extLst>
          </p:cNvPr>
          <p:cNvSpPr/>
          <p:nvPr/>
        </p:nvSpPr>
        <p:spPr>
          <a:xfrm>
            <a:off x="32423955" y="24995624"/>
            <a:ext cx="6514244" cy="14171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No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DBC720F3-38F8-CB8D-A6B2-7B0BFF51D19E}"/>
              </a:ext>
            </a:extLst>
          </p:cNvPr>
          <p:cNvSpPr/>
          <p:nvPr/>
        </p:nvSpPr>
        <p:spPr>
          <a:xfrm>
            <a:off x="43358655" y="24824349"/>
            <a:ext cx="6514244" cy="14171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Yes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DDA9061-48F1-DA69-8FC3-28DD30141137}"/>
              </a:ext>
            </a:extLst>
          </p:cNvPr>
          <p:cNvSpPr/>
          <p:nvPr/>
        </p:nvSpPr>
        <p:spPr>
          <a:xfrm>
            <a:off x="32423956" y="27752177"/>
            <a:ext cx="7853188" cy="52242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Follow up phone call at 1 year (arm 2) does not take place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E95A1BC-E148-EECE-6975-9E982C64A038}"/>
              </a:ext>
            </a:extLst>
          </p:cNvPr>
          <p:cNvSpPr/>
          <p:nvPr/>
        </p:nvSpPr>
        <p:spPr>
          <a:xfrm>
            <a:off x="41160175" y="27664277"/>
            <a:ext cx="9202155" cy="109465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Data from participant NOT deleted.</a:t>
            </a:r>
          </a:p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Highlight this data will have been pseudonymised and they will not be identifiable from it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6F413045-C12B-8D60-F771-7C54F1F93F85}"/>
              </a:ext>
            </a:extLst>
          </p:cNvPr>
          <p:cNvSpPr/>
          <p:nvPr/>
        </p:nvSpPr>
        <p:spPr>
          <a:xfrm>
            <a:off x="856" y="967931"/>
            <a:ext cx="48875094" cy="142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Flow chart B : carer of patient participant wants to withdraw from babyPHONO study</a:t>
            </a: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A0AF4AFE-E552-B583-53A2-C7BF7A5294A4}"/>
              </a:ext>
            </a:extLst>
          </p:cNvPr>
          <p:cNvCxnSpPr>
            <a:cxnSpLocks/>
          </p:cNvCxnSpPr>
          <p:nvPr/>
        </p:nvCxnSpPr>
        <p:spPr>
          <a:xfrm>
            <a:off x="12865661" y="6644016"/>
            <a:ext cx="4312448" cy="2646341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07B36F4-FCF8-09A5-1297-293D88A330AB}"/>
              </a:ext>
            </a:extLst>
          </p:cNvPr>
          <p:cNvCxnSpPr>
            <a:cxnSpLocks/>
          </p:cNvCxnSpPr>
          <p:nvPr/>
        </p:nvCxnSpPr>
        <p:spPr>
          <a:xfrm flipH="1">
            <a:off x="8360229" y="6644016"/>
            <a:ext cx="4471514" cy="2621795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Rectangle 131">
            <a:extLst>
              <a:ext uri="{FF2B5EF4-FFF2-40B4-BE49-F238E27FC236}">
                <a16:creationId xmlns:a16="http://schemas.microsoft.com/office/drawing/2014/main" id="{175A9775-4D95-5B69-7339-A043428AE317}"/>
              </a:ext>
            </a:extLst>
          </p:cNvPr>
          <p:cNvSpPr/>
          <p:nvPr/>
        </p:nvSpPr>
        <p:spPr>
          <a:xfrm>
            <a:off x="102334" y="4949581"/>
            <a:ext cx="49676761" cy="17810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400" dirty="0">
                <a:solidFill>
                  <a:schemeClr val="tx1"/>
                </a:solidFill>
                <a:latin typeface="+mj-lt"/>
              </a:rPr>
              <a:t>Has the patient participant had their heart sounds recorded or echocardiogram images captured?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4E7AFD-367F-1B98-4A24-E4982B386F64}"/>
              </a:ext>
            </a:extLst>
          </p:cNvPr>
          <p:cNvSpPr/>
          <p:nvPr/>
        </p:nvSpPr>
        <p:spPr>
          <a:xfrm>
            <a:off x="762428" y="48251927"/>
            <a:ext cx="48875094" cy="1428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6400" dirty="0">
                <a:solidFill>
                  <a:schemeClr val="tx1"/>
                </a:solidFill>
                <a:latin typeface="+mj-lt"/>
              </a:rPr>
              <a:t>Schematic process and data in case of withdrawal from study; babyPHONO study; STH 23333; Version 1.0 Date 12/12/2025 IRAS ID: 358145 </a:t>
            </a:r>
          </a:p>
        </p:txBody>
      </p:sp>
    </p:spTree>
    <p:extLst>
      <p:ext uri="{BB962C8B-B14F-4D97-AF65-F5344CB8AC3E}">
        <p14:creationId xmlns:p14="http://schemas.microsoft.com/office/powerpoint/2010/main" val="2109108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15927</TotalTime>
  <Words>447</Words>
  <Application>Microsoft Office PowerPoint</Application>
  <PresentationFormat>Custom</PresentationFormat>
  <Paragraphs>40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Raquel Jemes</dc:creator>
  <cp:lastModifiedBy>Neil Lawrence</cp:lastModifiedBy>
  <cp:revision>46</cp:revision>
  <dcterms:created xsi:type="dcterms:W3CDTF">2020-08-28T12:01:50Z</dcterms:created>
  <dcterms:modified xsi:type="dcterms:W3CDTF">2025-12-13T10:24:54Z</dcterms:modified>
</cp:coreProperties>
</file>